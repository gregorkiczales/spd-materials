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handoutMasterIdLst>
    <p:handoutMasterId r:id="rId12"/>
  </p:handoutMasterIdLst>
  <p:sldIdLst>
    <p:sldId id="292" r:id="rId2"/>
    <p:sldId id="258" r:id="rId3"/>
    <p:sldId id="265" r:id="rId4"/>
    <p:sldId id="300" r:id="rId5"/>
    <p:sldId id="301" r:id="rId6"/>
    <p:sldId id="306" r:id="rId7"/>
    <p:sldId id="302" r:id="rId8"/>
    <p:sldId id="304" r:id="rId9"/>
    <p:sldId id="303" r:id="rId10"/>
    <p:sldId id="30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643"/>
    <p:restoredTop sz="94643"/>
  </p:normalViewPr>
  <p:slideViewPr>
    <p:cSldViewPr snapToGrid="0" snapToObjects="1">
      <p:cViewPr varScale="1">
        <p:scale>
          <a:sx n="128" d="100"/>
          <a:sy n="128" d="100"/>
        </p:scale>
        <p:origin x="111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4B87B62-E80F-8A43-B0BE-90D853B0685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B81AC50-E933-A142-B1E2-964B4976F2B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2B9134-588E-5B42-8C9F-617A27048C6A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234CBC7-FAEF-5A4C-96F2-5B13873014B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4FF753-6F9E-D048-A3E5-202E55B4AC0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E9433F-64B0-5A48-AFB6-E268DC3F8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75776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E2A30B-40FA-9048-B2E9-03714906AA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5BF0B8-21F4-1B42-9023-280A14F8DD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9A47FD-E1AB-864B-B8E0-026FDE8E7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01D574-2425-0C44-8C0A-ED186250828B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E08625-AE7B-F34F-A62C-58CE49F1FB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9319DB-31ED-DE4F-80AE-1FDDD1ED5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E35885-3887-0145-9789-97DA09BE6C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8337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3E550-C9AE-E042-B1E7-112E4BC479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AFAB19-62DD-D44D-8018-F8D74DB936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C2EABB-917F-EC42-A123-BED2AE36CB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01D574-2425-0C44-8C0A-ED186250828B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96A522-6A5D-6E49-AD3E-F5B21809BF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E41870-8263-A54A-9624-7C39D9FB0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E35885-3887-0145-9789-97DA09BE6C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057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563BF-AECD-2442-89C0-F286EB1A5E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A7DD37-4CF4-1841-828B-3D57075979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A0CF83-5BF6-5C41-B922-936B9A3FB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01D574-2425-0C44-8C0A-ED186250828B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13BD67-0187-9642-AF41-35A25DF5E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9D7D06-4E73-C245-B328-F7FE1AE0B5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E35885-3887-0145-9789-97DA09BE6C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2921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C1CBF-5E9C-114E-9043-FCDBD84F8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0E515-5869-C148-9BA1-AFD096FB6A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98F7E7-4859-FC43-A04C-47BFC07F86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055D56-C8A0-8948-B17D-3C30CE5E93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01D574-2425-0C44-8C0A-ED186250828B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1BA0A0-C878-2646-9BF9-20F6F1B2B6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2BD4FE-B164-C048-AC7D-0791A2104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E35885-3887-0145-9789-97DA09BE6C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34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FB34D-0FC9-DF4E-AB48-4A147FB2D4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7739ED-CA44-434A-B937-A1ED65F8F0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3C6665-5843-6C48-A518-4FEBD5A79C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12D28B-B303-6849-A4AE-5DFFD8BDFB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271F62A-09E6-F145-9946-2174CF1E32A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815403F-C6C5-7645-ACB4-D870887533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01D574-2425-0C44-8C0A-ED186250828B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C93C99D-2866-4141-80C5-B43656718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79D131A-8132-4E4D-A11E-84E8997E5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E35885-3887-0145-9789-97DA09BE6C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21861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EABE36-BE4F-C941-9FE1-70DD77D073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5F398D-55B7-DD4C-9959-484361AAB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01D574-2425-0C44-8C0A-ED186250828B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3AE482-1F7B-054E-B4F6-D6A34981F3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3A9E14-48E5-904E-BBC3-A6CC0AC59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E35885-3887-0145-9789-97DA09BE6C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411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78ABE17-05E2-8C48-A7C9-02B347C2F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01D574-2425-0C44-8C0A-ED186250828B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9FBA96B-911F-3442-8C53-4DD908073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09D1E9-6640-D64B-BEAF-793EE9D6A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E35885-3887-0145-9789-97DA09BE6C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36117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6184B-2963-334A-969E-6B35A2BE14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104431-2D1F-6F48-A9C9-E03FA413EA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A46EBA-32A4-904E-B745-F8466EC3D5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D5EB79-0E52-8140-9CBB-E863398D83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01D574-2425-0C44-8C0A-ED186250828B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937940-13EB-2F4E-AD92-86F7136C44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F1E062-4E7F-6541-B4DF-7C0F65CC6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E35885-3887-0145-9789-97DA09BE6C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6024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F2DAF-441A-EA47-A844-AA59D32E5E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EC2E6D-E00C-E44B-8EDC-4F98AE121D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3C8EBF-0EE9-F548-A3B2-317335BE50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F4CFA0-BDEB-9240-8691-1A689A08B4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01D574-2425-0C44-8C0A-ED186250828B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1DB33F-F7F0-AC4B-897C-8B4FC0D89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45514F-434F-1347-B683-16DA285F2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E35885-3887-0145-9789-97DA09BE6C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8740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41365-9617-934F-91BE-0B100C6A9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1250DE-B9A2-994F-9F2D-DC338EC259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3754D1-04F2-EE47-B461-8BB043BF36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01D574-2425-0C44-8C0A-ED186250828B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8403B8-DE57-864B-B21F-D6AF921D5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52F3B6-AB75-0847-B7ED-D140E75FA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E35885-3887-0145-9789-97DA09BE6C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86032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168F4C-6CD5-0549-B7E3-2747F40F52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990A0C-2E1D-B14B-A49A-8271A0D8C8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C92A20-703F-1148-8381-E7E0FF8B8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01D574-2425-0C44-8C0A-ED186250828B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08F274-13EB-B24D-9060-8C123BB7A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C3CA5B-A2D9-9F47-ACD2-79386BB1A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E35885-3887-0145-9789-97DA09BE6C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3797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8D04D6-8909-284C-9169-180CD77D1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220B04-FF47-6546-8CEC-7D63286640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B18E6A-3CFF-3148-A884-EC8B2362F2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01D574-2425-0C44-8C0A-ED186250828B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3E6448-BB9B-6648-AD2E-79B24B5D92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3A260E-0E06-9247-B275-A44476E78E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E35885-3887-0145-9789-97DA09BE6C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13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6F5A2-0E5D-D7F9-6CE9-ECBFB496FC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85058"/>
            <a:ext cx="10515600" cy="1980879"/>
          </a:xfrm>
        </p:spPr>
        <p:txBody>
          <a:bodyPr>
            <a:normAutofit fontScale="90000"/>
          </a:bodyPr>
          <a:lstStyle/>
          <a:p>
            <a:r>
              <a:rPr lang="en-US" sz="9600" dirty="0"/>
              <a:t>Lecture 21</a:t>
            </a:r>
            <a:br>
              <a:rPr lang="en-US" sz="9600" dirty="0"/>
            </a:br>
            <a:r>
              <a:rPr lang="en-US" sz="9600" dirty="0"/>
              <a:t>mazes and graphs</a:t>
            </a:r>
          </a:p>
        </p:txBody>
      </p:sp>
    </p:spTree>
    <p:extLst>
      <p:ext uri="{BB962C8B-B14F-4D97-AF65-F5344CB8AC3E}">
        <p14:creationId xmlns:p14="http://schemas.microsoft.com/office/powerpoint/2010/main" val="35579175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D29CBA4-153A-F968-9DF8-005A68E06E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4752" y="1831760"/>
            <a:ext cx="2654303" cy="2654303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EEC27198-B5ED-8644-9660-CF299B556494}"/>
              </a:ext>
            </a:extLst>
          </p:cNvPr>
          <p:cNvSpPr/>
          <p:nvPr/>
        </p:nvSpPr>
        <p:spPr>
          <a:xfrm>
            <a:off x="2509092" y="1972923"/>
            <a:ext cx="77599" cy="77599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c 18">
            <a:extLst>
              <a:ext uri="{FF2B5EF4-FFF2-40B4-BE49-F238E27FC236}">
                <a16:creationId xmlns:a16="http://schemas.microsoft.com/office/drawing/2014/main" id="{37FDAED5-8B0D-BA40-BB02-C7C8826941D8}"/>
              </a:ext>
            </a:extLst>
          </p:cNvPr>
          <p:cNvSpPr/>
          <p:nvPr/>
        </p:nvSpPr>
        <p:spPr>
          <a:xfrm rot="7713843" flipV="1">
            <a:off x="2394990" y="1953713"/>
            <a:ext cx="566953" cy="529467"/>
          </a:xfrm>
          <a:prstGeom prst="arc">
            <a:avLst/>
          </a:prstGeom>
          <a:ln w="317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7E201BA-D64D-E947-8BA1-5583CE93C79A}"/>
              </a:ext>
            </a:extLst>
          </p:cNvPr>
          <p:cNvSpPr/>
          <p:nvPr/>
        </p:nvSpPr>
        <p:spPr>
          <a:xfrm>
            <a:off x="2509092" y="2437165"/>
            <a:ext cx="77599" cy="77599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Arc 25">
            <a:extLst>
              <a:ext uri="{FF2B5EF4-FFF2-40B4-BE49-F238E27FC236}">
                <a16:creationId xmlns:a16="http://schemas.microsoft.com/office/drawing/2014/main" id="{34E3F422-64C3-2D43-9CE6-4E4C0BACF5C0}"/>
              </a:ext>
            </a:extLst>
          </p:cNvPr>
          <p:cNvSpPr/>
          <p:nvPr/>
        </p:nvSpPr>
        <p:spPr>
          <a:xfrm rot="7973556" flipH="1">
            <a:off x="2124756" y="1960749"/>
            <a:ext cx="616481" cy="606424"/>
          </a:xfrm>
          <a:prstGeom prst="arc">
            <a:avLst/>
          </a:prstGeom>
          <a:ln w="317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44495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9AE5A33-B775-E642-97CC-8E5DAC642BE1}"/>
              </a:ext>
            </a:extLst>
          </p:cNvPr>
          <p:cNvSpPr/>
          <p:nvPr/>
        </p:nvSpPr>
        <p:spPr>
          <a:xfrm>
            <a:off x="1305261" y="740544"/>
            <a:ext cx="6719943" cy="483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Monaco" pitchFamily="2" charset="77"/>
              </a:rPr>
              <a:t>(define M7</a:t>
            </a:r>
          </a:p>
          <a:p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Monaco" pitchFamily="2" charset="77"/>
              </a:rPr>
              <a:t>  (list O O O O O O O O O O</a:t>
            </a:r>
          </a:p>
          <a:p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Monaco" pitchFamily="2" charset="77"/>
              </a:rPr>
              <a:t>        W W O W W O W W W O</a:t>
            </a:r>
          </a:p>
          <a:p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Monaco" pitchFamily="2" charset="77"/>
              </a:rPr>
              <a:t>        O O O W W O W O O O</a:t>
            </a:r>
          </a:p>
          <a:p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Monaco" pitchFamily="2" charset="77"/>
              </a:rPr>
              <a:t>        O W O O W O W O W W</a:t>
            </a:r>
          </a:p>
          <a:p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Monaco" pitchFamily="2" charset="77"/>
              </a:rPr>
              <a:t>        O W W O W W W O O O</a:t>
            </a:r>
          </a:p>
          <a:p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Monaco" pitchFamily="2" charset="77"/>
              </a:rPr>
              <a:t>        O W W O O O W W W O</a:t>
            </a:r>
          </a:p>
          <a:p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Monaco" pitchFamily="2" charset="77"/>
              </a:rPr>
              <a:t>        O W W O W O W O O O</a:t>
            </a:r>
          </a:p>
          <a:p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Monaco" pitchFamily="2" charset="77"/>
              </a:rPr>
              <a:t>        O W W O O O W O W W</a:t>
            </a:r>
          </a:p>
          <a:p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Monaco" pitchFamily="2" charset="77"/>
              </a:rPr>
              <a:t>        O O O O W W W O O O</a:t>
            </a:r>
          </a:p>
          <a:p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Monaco" pitchFamily="2" charset="77"/>
              </a:rPr>
              <a:t>        W W W W W O O W W O))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5D0FCBA-045C-D360-BB32-19C4DAB2BFC9}"/>
              </a:ext>
            </a:extLst>
          </p:cNvPr>
          <p:cNvSpPr txBox="1"/>
          <p:nvPr/>
        </p:nvSpPr>
        <p:spPr>
          <a:xfrm>
            <a:off x="8221980" y="740544"/>
            <a:ext cx="355092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fine grained maze structure is pretty dense.  Not complex really, but just dense.</a:t>
            </a:r>
          </a:p>
          <a:p>
            <a:endParaRPr lang="en-US" dirty="0"/>
          </a:p>
          <a:p>
            <a:r>
              <a:rPr lang="en-US" dirty="0"/>
              <a:t>But we can simplify…</a:t>
            </a:r>
          </a:p>
        </p:txBody>
      </p:sp>
    </p:spTree>
    <p:extLst>
      <p:ext uri="{BB962C8B-B14F-4D97-AF65-F5344CB8AC3E}">
        <p14:creationId xmlns:p14="http://schemas.microsoft.com/office/powerpoint/2010/main" val="13456778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9AE5A33-B775-E642-97CC-8E5DAC642BE1}"/>
              </a:ext>
            </a:extLst>
          </p:cNvPr>
          <p:cNvSpPr/>
          <p:nvPr/>
        </p:nvSpPr>
        <p:spPr>
          <a:xfrm>
            <a:off x="1305261" y="740544"/>
            <a:ext cx="6719943" cy="483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Monaco" pitchFamily="2" charset="77"/>
              </a:rPr>
              <a:t>(define M7</a:t>
            </a:r>
          </a:p>
          <a:p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Monaco" pitchFamily="2" charset="77"/>
              </a:rPr>
              <a:t>  (list O O O O O O O O O O</a:t>
            </a:r>
          </a:p>
          <a:p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Monaco" pitchFamily="2" charset="77"/>
              </a:rPr>
              <a:t>        W W O W W O W W W O</a:t>
            </a:r>
          </a:p>
          <a:p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Monaco" pitchFamily="2" charset="77"/>
              </a:rPr>
              <a:t>        O O O W W O W O O O</a:t>
            </a:r>
          </a:p>
          <a:p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Monaco" pitchFamily="2" charset="77"/>
              </a:rPr>
              <a:t>        O W O O W O W O W W</a:t>
            </a:r>
          </a:p>
          <a:p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Monaco" pitchFamily="2" charset="77"/>
              </a:rPr>
              <a:t>        O W W O W W W O O O</a:t>
            </a:r>
          </a:p>
          <a:p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Monaco" pitchFamily="2" charset="77"/>
              </a:rPr>
              <a:t>        O W W O O O W W W O</a:t>
            </a:r>
          </a:p>
          <a:p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Monaco" pitchFamily="2" charset="77"/>
              </a:rPr>
              <a:t>        O W W O W O W O O O</a:t>
            </a:r>
          </a:p>
          <a:p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Monaco" pitchFamily="2" charset="77"/>
              </a:rPr>
              <a:t>        O W W O O O W O W W</a:t>
            </a:r>
          </a:p>
          <a:p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Monaco" pitchFamily="2" charset="77"/>
              </a:rPr>
              <a:t>        O O O O W W W O O O</a:t>
            </a:r>
          </a:p>
          <a:p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Monaco" pitchFamily="2" charset="77"/>
              </a:rPr>
              <a:t>        W W W W W O O W W O))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30A9426-E6DB-1A6F-6C66-5B0A7CB5136A}"/>
              </a:ext>
            </a:extLst>
          </p:cNvPr>
          <p:cNvSpPr/>
          <p:nvPr/>
        </p:nvSpPr>
        <p:spPr>
          <a:xfrm>
            <a:off x="3125775" y="1331817"/>
            <a:ext cx="155643" cy="1556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26B8032-B6ED-CB5C-3B50-7E25424ADDE3}"/>
              </a:ext>
            </a:extLst>
          </p:cNvPr>
          <p:cNvSpPr/>
          <p:nvPr/>
        </p:nvSpPr>
        <p:spPr>
          <a:xfrm>
            <a:off x="3975781" y="1331817"/>
            <a:ext cx="155643" cy="1556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98E6452-F894-3A97-701C-13AD4F5BED8C}"/>
              </a:ext>
            </a:extLst>
          </p:cNvPr>
          <p:cNvSpPr/>
          <p:nvPr/>
        </p:nvSpPr>
        <p:spPr>
          <a:xfrm>
            <a:off x="5250789" y="1331817"/>
            <a:ext cx="155643" cy="1556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9663669-5AA9-FAEB-517F-47D44B1643A7}"/>
              </a:ext>
            </a:extLst>
          </p:cNvPr>
          <p:cNvSpPr/>
          <p:nvPr/>
        </p:nvSpPr>
        <p:spPr>
          <a:xfrm>
            <a:off x="3975781" y="2194701"/>
            <a:ext cx="155643" cy="1556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A62581B-3AE0-A502-F508-C9C413645872}"/>
              </a:ext>
            </a:extLst>
          </p:cNvPr>
          <p:cNvSpPr/>
          <p:nvPr/>
        </p:nvSpPr>
        <p:spPr>
          <a:xfrm>
            <a:off x="4400783" y="3469709"/>
            <a:ext cx="155643" cy="1556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9BAB208C-9096-DAF0-31A0-C3A52C6018AD}"/>
              </a:ext>
            </a:extLst>
          </p:cNvPr>
          <p:cNvSpPr/>
          <p:nvPr/>
        </p:nvSpPr>
        <p:spPr>
          <a:xfrm>
            <a:off x="4400783" y="4313275"/>
            <a:ext cx="155643" cy="1556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82E9B4B-D8E2-C74E-A32A-2FECEFB76431}"/>
              </a:ext>
            </a:extLst>
          </p:cNvPr>
          <p:cNvCxnSpPr>
            <a:stCxn id="7" idx="6"/>
            <a:endCxn id="8" idx="2"/>
          </p:cNvCxnSpPr>
          <p:nvPr/>
        </p:nvCxnSpPr>
        <p:spPr>
          <a:xfrm>
            <a:off x="4131424" y="1409639"/>
            <a:ext cx="1119365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76B710B3-EEC5-1674-22DB-F762A0C2E0D0}"/>
              </a:ext>
            </a:extLst>
          </p:cNvPr>
          <p:cNvSpPr/>
          <p:nvPr/>
        </p:nvSpPr>
        <p:spPr>
          <a:xfrm>
            <a:off x="5245399" y="2604357"/>
            <a:ext cx="155643" cy="1556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3DCAD48-FCA0-AD90-3019-C4E920EBB5F4}"/>
              </a:ext>
            </a:extLst>
          </p:cNvPr>
          <p:cNvCxnSpPr>
            <a:cxnSpLocks/>
            <a:stCxn id="8" idx="4"/>
            <a:endCxn id="27" idx="0"/>
          </p:cNvCxnSpPr>
          <p:nvPr/>
        </p:nvCxnSpPr>
        <p:spPr>
          <a:xfrm flipH="1">
            <a:off x="5323221" y="1487460"/>
            <a:ext cx="5390" cy="1116897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3ECDC39-E38D-9FF6-6E12-3CF2B4C9ED08}"/>
              </a:ext>
            </a:extLst>
          </p:cNvPr>
          <p:cNvCxnSpPr>
            <a:cxnSpLocks/>
            <a:endCxn id="19" idx="0"/>
          </p:cNvCxnSpPr>
          <p:nvPr/>
        </p:nvCxnSpPr>
        <p:spPr>
          <a:xfrm>
            <a:off x="4053602" y="1487460"/>
            <a:ext cx="1" cy="707241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F837706-A6D1-B25B-0EC7-3A51F08186D1}"/>
              </a:ext>
            </a:extLst>
          </p:cNvPr>
          <p:cNvCxnSpPr>
            <a:cxnSpLocks/>
            <a:stCxn id="19" idx="4"/>
            <a:endCxn id="20" idx="0"/>
          </p:cNvCxnSpPr>
          <p:nvPr/>
        </p:nvCxnSpPr>
        <p:spPr>
          <a:xfrm>
            <a:off x="4053603" y="2350344"/>
            <a:ext cx="425002" cy="1119365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E00597A-3FA5-0650-2997-97297B033186}"/>
              </a:ext>
            </a:extLst>
          </p:cNvPr>
          <p:cNvCxnSpPr>
            <a:cxnSpLocks/>
            <a:endCxn id="21" idx="0"/>
          </p:cNvCxnSpPr>
          <p:nvPr/>
        </p:nvCxnSpPr>
        <p:spPr>
          <a:xfrm>
            <a:off x="4475911" y="3625352"/>
            <a:ext cx="2694" cy="687923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357AB64-B843-1610-2960-FF5627CF166F}"/>
              </a:ext>
            </a:extLst>
          </p:cNvPr>
          <p:cNvCxnSpPr>
            <a:cxnSpLocks/>
            <a:stCxn id="6" idx="6"/>
            <a:endCxn id="7" idx="2"/>
          </p:cNvCxnSpPr>
          <p:nvPr/>
        </p:nvCxnSpPr>
        <p:spPr>
          <a:xfrm>
            <a:off x="3281418" y="1409639"/>
            <a:ext cx="694363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Freeform 45">
            <a:extLst>
              <a:ext uri="{FF2B5EF4-FFF2-40B4-BE49-F238E27FC236}">
                <a16:creationId xmlns:a16="http://schemas.microsoft.com/office/drawing/2014/main" id="{58244042-3C80-E616-54C6-C49217C8DFCA}"/>
              </a:ext>
            </a:extLst>
          </p:cNvPr>
          <p:cNvSpPr/>
          <p:nvPr/>
        </p:nvSpPr>
        <p:spPr>
          <a:xfrm>
            <a:off x="4579618" y="3592308"/>
            <a:ext cx="633889" cy="790285"/>
          </a:xfrm>
          <a:custGeom>
            <a:avLst/>
            <a:gdLst>
              <a:gd name="connsiteX0" fmla="*/ 102368 w 1127637"/>
              <a:gd name="connsiteY0" fmla="*/ 133495 h 1152600"/>
              <a:gd name="connsiteX1" fmla="*/ 864368 w 1127637"/>
              <a:gd name="connsiteY1" fmla="*/ 80155 h 1152600"/>
              <a:gd name="connsiteX2" fmla="*/ 1085348 w 1127637"/>
              <a:gd name="connsiteY2" fmla="*/ 1078375 h 1152600"/>
              <a:gd name="connsiteX3" fmla="*/ 102368 w 1127637"/>
              <a:gd name="connsiteY3" fmla="*/ 1078375 h 1152600"/>
              <a:gd name="connsiteX4" fmla="*/ 79508 w 1127637"/>
              <a:gd name="connsiteY4" fmla="*/ 1070755 h 1152600"/>
              <a:gd name="connsiteX0" fmla="*/ 87128 w 1127957"/>
              <a:gd name="connsiteY0" fmla="*/ 41412 h 1314539"/>
              <a:gd name="connsiteX1" fmla="*/ 864368 w 1127957"/>
              <a:gd name="connsiteY1" fmla="*/ 242094 h 1314539"/>
              <a:gd name="connsiteX2" fmla="*/ 1085348 w 1127957"/>
              <a:gd name="connsiteY2" fmla="*/ 1240314 h 1314539"/>
              <a:gd name="connsiteX3" fmla="*/ 102368 w 1127957"/>
              <a:gd name="connsiteY3" fmla="*/ 1240314 h 1314539"/>
              <a:gd name="connsiteX4" fmla="*/ 79508 w 1127957"/>
              <a:gd name="connsiteY4" fmla="*/ 1232694 h 1314539"/>
              <a:gd name="connsiteX0" fmla="*/ 87128 w 1127957"/>
              <a:gd name="connsiteY0" fmla="*/ 0 h 1273127"/>
              <a:gd name="connsiteX1" fmla="*/ 864368 w 1127957"/>
              <a:gd name="connsiteY1" fmla="*/ 200682 h 1273127"/>
              <a:gd name="connsiteX2" fmla="*/ 1085348 w 1127957"/>
              <a:gd name="connsiteY2" fmla="*/ 1198902 h 1273127"/>
              <a:gd name="connsiteX3" fmla="*/ 102368 w 1127957"/>
              <a:gd name="connsiteY3" fmla="*/ 1198902 h 1273127"/>
              <a:gd name="connsiteX4" fmla="*/ 79508 w 1127957"/>
              <a:gd name="connsiteY4" fmla="*/ 1191282 h 1273127"/>
              <a:gd name="connsiteX0" fmla="*/ 87128 w 1113612"/>
              <a:gd name="connsiteY0" fmla="*/ 0 h 1260100"/>
              <a:gd name="connsiteX1" fmla="*/ 780548 w 1113612"/>
              <a:gd name="connsiteY1" fmla="*/ 376543 h 1260100"/>
              <a:gd name="connsiteX2" fmla="*/ 1085348 w 1113612"/>
              <a:gd name="connsiteY2" fmla="*/ 1198902 h 1260100"/>
              <a:gd name="connsiteX3" fmla="*/ 102368 w 1113612"/>
              <a:gd name="connsiteY3" fmla="*/ 1198902 h 1260100"/>
              <a:gd name="connsiteX4" fmla="*/ 79508 w 1113612"/>
              <a:gd name="connsiteY4" fmla="*/ 1191282 h 1260100"/>
              <a:gd name="connsiteX0" fmla="*/ 87128 w 831715"/>
              <a:gd name="connsiteY0" fmla="*/ 0 h 1198912"/>
              <a:gd name="connsiteX1" fmla="*/ 780548 w 831715"/>
              <a:gd name="connsiteY1" fmla="*/ 376543 h 1198912"/>
              <a:gd name="connsiteX2" fmla="*/ 704348 w 831715"/>
              <a:gd name="connsiteY2" fmla="*/ 944881 h 1198912"/>
              <a:gd name="connsiteX3" fmla="*/ 102368 w 831715"/>
              <a:gd name="connsiteY3" fmla="*/ 1198902 h 1198912"/>
              <a:gd name="connsiteX4" fmla="*/ 79508 w 831715"/>
              <a:gd name="connsiteY4" fmla="*/ 1191282 h 1198912"/>
              <a:gd name="connsiteX0" fmla="*/ 0 w 744587"/>
              <a:gd name="connsiteY0" fmla="*/ 0 h 1198912"/>
              <a:gd name="connsiteX1" fmla="*/ 693420 w 744587"/>
              <a:gd name="connsiteY1" fmla="*/ 376543 h 1198912"/>
              <a:gd name="connsiteX2" fmla="*/ 617220 w 744587"/>
              <a:gd name="connsiteY2" fmla="*/ 944881 h 1198912"/>
              <a:gd name="connsiteX3" fmla="*/ 15240 w 744587"/>
              <a:gd name="connsiteY3" fmla="*/ 1198902 h 1198912"/>
              <a:gd name="connsiteX0" fmla="*/ 0 w 744587"/>
              <a:gd name="connsiteY0" fmla="*/ 0 h 1198902"/>
              <a:gd name="connsiteX1" fmla="*/ 693420 w 744587"/>
              <a:gd name="connsiteY1" fmla="*/ 376543 h 1198902"/>
              <a:gd name="connsiteX2" fmla="*/ 617220 w 744587"/>
              <a:gd name="connsiteY2" fmla="*/ 944881 h 1198902"/>
              <a:gd name="connsiteX3" fmla="*/ 15240 w 744587"/>
              <a:gd name="connsiteY3" fmla="*/ 1198902 h 1198902"/>
              <a:gd name="connsiteX0" fmla="*/ 0 w 744587"/>
              <a:gd name="connsiteY0" fmla="*/ 0 h 1091431"/>
              <a:gd name="connsiteX1" fmla="*/ 693420 w 744587"/>
              <a:gd name="connsiteY1" fmla="*/ 376543 h 1091431"/>
              <a:gd name="connsiteX2" fmla="*/ 617220 w 744587"/>
              <a:gd name="connsiteY2" fmla="*/ 944881 h 1091431"/>
              <a:gd name="connsiteX3" fmla="*/ 15240 w 744587"/>
              <a:gd name="connsiteY3" fmla="*/ 1091431 h 1091431"/>
              <a:gd name="connsiteX0" fmla="*/ 0 w 730726"/>
              <a:gd name="connsiteY0" fmla="*/ 0 h 1091431"/>
              <a:gd name="connsiteX1" fmla="*/ 693420 w 730726"/>
              <a:gd name="connsiteY1" fmla="*/ 376543 h 1091431"/>
              <a:gd name="connsiteX2" fmla="*/ 571500 w 730726"/>
              <a:gd name="connsiteY2" fmla="*/ 856951 h 1091431"/>
              <a:gd name="connsiteX3" fmla="*/ 15240 w 730726"/>
              <a:gd name="connsiteY3" fmla="*/ 1091431 h 1091431"/>
              <a:gd name="connsiteX0" fmla="*/ 0 w 641988"/>
              <a:gd name="connsiteY0" fmla="*/ 0 h 1091431"/>
              <a:gd name="connsiteX1" fmla="*/ 571500 w 641988"/>
              <a:gd name="connsiteY1" fmla="*/ 396083 h 1091431"/>
              <a:gd name="connsiteX2" fmla="*/ 571500 w 641988"/>
              <a:gd name="connsiteY2" fmla="*/ 856951 h 1091431"/>
              <a:gd name="connsiteX3" fmla="*/ 15240 w 641988"/>
              <a:gd name="connsiteY3" fmla="*/ 1091431 h 1091431"/>
              <a:gd name="connsiteX0" fmla="*/ 0 w 633889"/>
              <a:gd name="connsiteY0" fmla="*/ 0 h 1013271"/>
              <a:gd name="connsiteX1" fmla="*/ 563880 w 633889"/>
              <a:gd name="connsiteY1" fmla="*/ 317923 h 1013271"/>
              <a:gd name="connsiteX2" fmla="*/ 563880 w 633889"/>
              <a:gd name="connsiteY2" fmla="*/ 778791 h 1013271"/>
              <a:gd name="connsiteX3" fmla="*/ 7620 w 633889"/>
              <a:gd name="connsiteY3" fmla="*/ 1013271 h 1013271"/>
              <a:gd name="connsiteX0" fmla="*/ 0 w 633889"/>
              <a:gd name="connsiteY0" fmla="*/ 0 h 1013271"/>
              <a:gd name="connsiteX1" fmla="*/ 563880 w 633889"/>
              <a:gd name="connsiteY1" fmla="*/ 317923 h 1013271"/>
              <a:gd name="connsiteX2" fmla="*/ 563880 w 633889"/>
              <a:gd name="connsiteY2" fmla="*/ 778791 h 1013271"/>
              <a:gd name="connsiteX3" fmla="*/ 7620 w 633889"/>
              <a:gd name="connsiteY3" fmla="*/ 1013271 h 10132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3889" h="1013271">
                <a:moveTo>
                  <a:pt x="0" y="0"/>
                </a:moveTo>
                <a:cubicBezTo>
                  <a:pt x="337185" y="99761"/>
                  <a:pt x="469900" y="188125"/>
                  <a:pt x="563880" y="317923"/>
                </a:cubicBezTo>
                <a:cubicBezTo>
                  <a:pt x="657860" y="447721"/>
                  <a:pt x="656590" y="662900"/>
                  <a:pt x="563880" y="778791"/>
                </a:cubicBezTo>
                <a:cubicBezTo>
                  <a:pt x="471170" y="894682"/>
                  <a:pt x="281940" y="936381"/>
                  <a:pt x="7620" y="1013271"/>
                </a:cubicBezTo>
              </a:path>
            </a:pathLst>
          </a:custGeom>
          <a:noFill/>
          <a:ln w="25400">
            <a:solidFill>
              <a:schemeClr val="accent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Freeform 46">
            <a:extLst>
              <a:ext uri="{FF2B5EF4-FFF2-40B4-BE49-F238E27FC236}">
                <a16:creationId xmlns:a16="http://schemas.microsoft.com/office/drawing/2014/main" id="{9D183787-D0F8-4B32-8810-1948EC407F8C}"/>
              </a:ext>
            </a:extLst>
          </p:cNvPr>
          <p:cNvSpPr/>
          <p:nvPr/>
        </p:nvSpPr>
        <p:spPr>
          <a:xfrm>
            <a:off x="4568619" y="3543304"/>
            <a:ext cx="1028051" cy="936250"/>
          </a:xfrm>
          <a:custGeom>
            <a:avLst/>
            <a:gdLst>
              <a:gd name="connsiteX0" fmla="*/ 102368 w 1127637"/>
              <a:gd name="connsiteY0" fmla="*/ 133495 h 1152600"/>
              <a:gd name="connsiteX1" fmla="*/ 864368 w 1127637"/>
              <a:gd name="connsiteY1" fmla="*/ 80155 h 1152600"/>
              <a:gd name="connsiteX2" fmla="*/ 1085348 w 1127637"/>
              <a:gd name="connsiteY2" fmla="*/ 1078375 h 1152600"/>
              <a:gd name="connsiteX3" fmla="*/ 102368 w 1127637"/>
              <a:gd name="connsiteY3" fmla="*/ 1078375 h 1152600"/>
              <a:gd name="connsiteX4" fmla="*/ 79508 w 1127637"/>
              <a:gd name="connsiteY4" fmla="*/ 1070755 h 1152600"/>
              <a:gd name="connsiteX0" fmla="*/ 87128 w 1127957"/>
              <a:gd name="connsiteY0" fmla="*/ 41412 h 1314539"/>
              <a:gd name="connsiteX1" fmla="*/ 864368 w 1127957"/>
              <a:gd name="connsiteY1" fmla="*/ 242094 h 1314539"/>
              <a:gd name="connsiteX2" fmla="*/ 1085348 w 1127957"/>
              <a:gd name="connsiteY2" fmla="*/ 1240314 h 1314539"/>
              <a:gd name="connsiteX3" fmla="*/ 102368 w 1127957"/>
              <a:gd name="connsiteY3" fmla="*/ 1240314 h 1314539"/>
              <a:gd name="connsiteX4" fmla="*/ 79508 w 1127957"/>
              <a:gd name="connsiteY4" fmla="*/ 1232694 h 1314539"/>
              <a:gd name="connsiteX0" fmla="*/ 87128 w 1127957"/>
              <a:gd name="connsiteY0" fmla="*/ 0 h 1273127"/>
              <a:gd name="connsiteX1" fmla="*/ 864368 w 1127957"/>
              <a:gd name="connsiteY1" fmla="*/ 200682 h 1273127"/>
              <a:gd name="connsiteX2" fmla="*/ 1085348 w 1127957"/>
              <a:gd name="connsiteY2" fmla="*/ 1198902 h 1273127"/>
              <a:gd name="connsiteX3" fmla="*/ 102368 w 1127957"/>
              <a:gd name="connsiteY3" fmla="*/ 1198902 h 1273127"/>
              <a:gd name="connsiteX4" fmla="*/ 79508 w 1127957"/>
              <a:gd name="connsiteY4" fmla="*/ 1191282 h 1273127"/>
              <a:gd name="connsiteX0" fmla="*/ 87128 w 1113612"/>
              <a:gd name="connsiteY0" fmla="*/ 0 h 1260100"/>
              <a:gd name="connsiteX1" fmla="*/ 780548 w 1113612"/>
              <a:gd name="connsiteY1" fmla="*/ 376543 h 1260100"/>
              <a:gd name="connsiteX2" fmla="*/ 1085348 w 1113612"/>
              <a:gd name="connsiteY2" fmla="*/ 1198902 h 1260100"/>
              <a:gd name="connsiteX3" fmla="*/ 102368 w 1113612"/>
              <a:gd name="connsiteY3" fmla="*/ 1198902 h 1260100"/>
              <a:gd name="connsiteX4" fmla="*/ 79508 w 1113612"/>
              <a:gd name="connsiteY4" fmla="*/ 1191282 h 1260100"/>
              <a:gd name="connsiteX0" fmla="*/ 87128 w 831715"/>
              <a:gd name="connsiteY0" fmla="*/ 0 h 1198912"/>
              <a:gd name="connsiteX1" fmla="*/ 780548 w 831715"/>
              <a:gd name="connsiteY1" fmla="*/ 376543 h 1198912"/>
              <a:gd name="connsiteX2" fmla="*/ 704348 w 831715"/>
              <a:gd name="connsiteY2" fmla="*/ 944881 h 1198912"/>
              <a:gd name="connsiteX3" fmla="*/ 102368 w 831715"/>
              <a:gd name="connsiteY3" fmla="*/ 1198902 h 1198912"/>
              <a:gd name="connsiteX4" fmla="*/ 79508 w 831715"/>
              <a:gd name="connsiteY4" fmla="*/ 1191282 h 1198912"/>
              <a:gd name="connsiteX0" fmla="*/ 0 w 744587"/>
              <a:gd name="connsiteY0" fmla="*/ 0 h 1198912"/>
              <a:gd name="connsiteX1" fmla="*/ 693420 w 744587"/>
              <a:gd name="connsiteY1" fmla="*/ 376543 h 1198912"/>
              <a:gd name="connsiteX2" fmla="*/ 617220 w 744587"/>
              <a:gd name="connsiteY2" fmla="*/ 944881 h 1198912"/>
              <a:gd name="connsiteX3" fmla="*/ 15240 w 744587"/>
              <a:gd name="connsiteY3" fmla="*/ 1198902 h 1198912"/>
              <a:gd name="connsiteX0" fmla="*/ 0 w 744587"/>
              <a:gd name="connsiteY0" fmla="*/ 0 h 1198902"/>
              <a:gd name="connsiteX1" fmla="*/ 693420 w 744587"/>
              <a:gd name="connsiteY1" fmla="*/ 376543 h 1198902"/>
              <a:gd name="connsiteX2" fmla="*/ 617220 w 744587"/>
              <a:gd name="connsiteY2" fmla="*/ 944881 h 1198902"/>
              <a:gd name="connsiteX3" fmla="*/ 15240 w 744587"/>
              <a:gd name="connsiteY3" fmla="*/ 1198902 h 1198902"/>
              <a:gd name="connsiteX0" fmla="*/ 0 w 744587"/>
              <a:gd name="connsiteY0" fmla="*/ 0 h 1091431"/>
              <a:gd name="connsiteX1" fmla="*/ 693420 w 744587"/>
              <a:gd name="connsiteY1" fmla="*/ 376543 h 1091431"/>
              <a:gd name="connsiteX2" fmla="*/ 617220 w 744587"/>
              <a:gd name="connsiteY2" fmla="*/ 944881 h 1091431"/>
              <a:gd name="connsiteX3" fmla="*/ 15240 w 744587"/>
              <a:gd name="connsiteY3" fmla="*/ 1091431 h 1091431"/>
              <a:gd name="connsiteX0" fmla="*/ 0 w 730726"/>
              <a:gd name="connsiteY0" fmla="*/ 0 h 1091431"/>
              <a:gd name="connsiteX1" fmla="*/ 693420 w 730726"/>
              <a:gd name="connsiteY1" fmla="*/ 376543 h 1091431"/>
              <a:gd name="connsiteX2" fmla="*/ 571500 w 730726"/>
              <a:gd name="connsiteY2" fmla="*/ 856951 h 1091431"/>
              <a:gd name="connsiteX3" fmla="*/ 15240 w 730726"/>
              <a:gd name="connsiteY3" fmla="*/ 1091431 h 1091431"/>
              <a:gd name="connsiteX0" fmla="*/ 0 w 641988"/>
              <a:gd name="connsiteY0" fmla="*/ 0 h 1091431"/>
              <a:gd name="connsiteX1" fmla="*/ 571500 w 641988"/>
              <a:gd name="connsiteY1" fmla="*/ 396083 h 1091431"/>
              <a:gd name="connsiteX2" fmla="*/ 571500 w 641988"/>
              <a:gd name="connsiteY2" fmla="*/ 856951 h 1091431"/>
              <a:gd name="connsiteX3" fmla="*/ 15240 w 641988"/>
              <a:gd name="connsiteY3" fmla="*/ 1091431 h 1091431"/>
              <a:gd name="connsiteX0" fmla="*/ 0 w 633889"/>
              <a:gd name="connsiteY0" fmla="*/ 0 h 1013271"/>
              <a:gd name="connsiteX1" fmla="*/ 563880 w 633889"/>
              <a:gd name="connsiteY1" fmla="*/ 317923 h 1013271"/>
              <a:gd name="connsiteX2" fmla="*/ 563880 w 633889"/>
              <a:gd name="connsiteY2" fmla="*/ 778791 h 1013271"/>
              <a:gd name="connsiteX3" fmla="*/ 7620 w 633889"/>
              <a:gd name="connsiteY3" fmla="*/ 1013271 h 1013271"/>
              <a:gd name="connsiteX0" fmla="*/ 0 w 633889"/>
              <a:gd name="connsiteY0" fmla="*/ 0 h 1013271"/>
              <a:gd name="connsiteX1" fmla="*/ 563880 w 633889"/>
              <a:gd name="connsiteY1" fmla="*/ 317923 h 1013271"/>
              <a:gd name="connsiteX2" fmla="*/ 563880 w 633889"/>
              <a:gd name="connsiteY2" fmla="*/ 778791 h 1013271"/>
              <a:gd name="connsiteX3" fmla="*/ 7620 w 633889"/>
              <a:gd name="connsiteY3" fmla="*/ 1013271 h 1013271"/>
              <a:gd name="connsiteX0" fmla="*/ 0 w 633889"/>
              <a:gd name="connsiteY0" fmla="*/ 0 h 1013271"/>
              <a:gd name="connsiteX1" fmla="*/ 563880 w 633889"/>
              <a:gd name="connsiteY1" fmla="*/ 317923 h 1013271"/>
              <a:gd name="connsiteX2" fmla="*/ 563880 w 633889"/>
              <a:gd name="connsiteY2" fmla="*/ 778791 h 1013271"/>
              <a:gd name="connsiteX3" fmla="*/ 7620 w 633889"/>
              <a:gd name="connsiteY3" fmla="*/ 1013271 h 1013271"/>
              <a:gd name="connsiteX0" fmla="*/ 0 w 636731"/>
              <a:gd name="connsiteY0" fmla="*/ 0 h 1013271"/>
              <a:gd name="connsiteX1" fmla="*/ 568839 w 636731"/>
              <a:gd name="connsiteY1" fmla="*/ 185546 h 1013271"/>
              <a:gd name="connsiteX2" fmla="*/ 563880 w 636731"/>
              <a:gd name="connsiteY2" fmla="*/ 778791 h 1013271"/>
              <a:gd name="connsiteX3" fmla="*/ 7620 w 636731"/>
              <a:gd name="connsiteY3" fmla="*/ 1013271 h 1013271"/>
              <a:gd name="connsiteX0" fmla="*/ 0 w 626621"/>
              <a:gd name="connsiteY0" fmla="*/ 0 h 1013271"/>
              <a:gd name="connsiteX1" fmla="*/ 568839 w 626621"/>
              <a:gd name="connsiteY1" fmla="*/ 185546 h 1013271"/>
              <a:gd name="connsiteX2" fmla="*/ 544044 w 626621"/>
              <a:gd name="connsiteY2" fmla="*/ 853253 h 1013271"/>
              <a:gd name="connsiteX3" fmla="*/ 7620 w 626621"/>
              <a:gd name="connsiteY3" fmla="*/ 1013271 h 1013271"/>
              <a:gd name="connsiteX0" fmla="*/ 0 w 626621"/>
              <a:gd name="connsiteY0" fmla="*/ 0 h 1024825"/>
              <a:gd name="connsiteX1" fmla="*/ 568839 w 626621"/>
              <a:gd name="connsiteY1" fmla="*/ 185546 h 1024825"/>
              <a:gd name="connsiteX2" fmla="*/ 544044 w 626621"/>
              <a:gd name="connsiteY2" fmla="*/ 853253 h 1024825"/>
              <a:gd name="connsiteX3" fmla="*/ 7620 w 626621"/>
              <a:gd name="connsiteY3" fmla="*/ 1013271 h 1024825"/>
              <a:gd name="connsiteX0" fmla="*/ 0 w 669049"/>
              <a:gd name="connsiteY0" fmla="*/ 0 h 1016551"/>
              <a:gd name="connsiteX1" fmla="*/ 608511 w 669049"/>
              <a:gd name="connsiteY1" fmla="*/ 177272 h 1016551"/>
              <a:gd name="connsiteX2" fmla="*/ 583716 w 669049"/>
              <a:gd name="connsiteY2" fmla="*/ 844979 h 1016551"/>
              <a:gd name="connsiteX3" fmla="*/ 47292 w 669049"/>
              <a:gd name="connsiteY3" fmla="*/ 1004997 h 10165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69049" h="1016551">
                <a:moveTo>
                  <a:pt x="0" y="0"/>
                </a:moveTo>
                <a:cubicBezTo>
                  <a:pt x="357021" y="479"/>
                  <a:pt x="511225" y="36442"/>
                  <a:pt x="608511" y="177272"/>
                </a:cubicBezTo>
                <a:cubicBezTo>
                  <a:pt x="705797" y="318102"/>
                  <a:pt x="677252" y="707025"/>
                  <a:pt x="583716" y="844979"/>
                </a:cubicBezTo>
                <a:cubicBezTo>
                  <a:pt x="490180" y="982933"/>
                  <a:pt x="321612" y="1043937"/>
                  <a:pt x="47292" y="1004997"/>
                </a:cubicBezTo>
              </a:path>
            </a:pathLst>
          </a:custGeom>
          <a:noFill/>
          <a:ln w="25400">
            <a:solidFill>
              <a:schemeClr val="accent1"/>
            </a:solidFill>
            <a:headEnd type="triangle"/>
            <a:tailEnd type="non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9762CAC1-0818-0AC6-129F-B216BB498D91}"/>
              </a:ext>
            </a:extLst>
          </p:cNvPr>
          <p:cNvSpPr/>
          <p:nvPr/>
        </p:nvSpPr>
        <p:spPr>
          <a:xfrm>
            <a:off x="3090430" y="2100052"/>
            <a:ext cx="1390130" cy="2787617"/>
          </a:xfrm>
          <a:custGeom>
            <a:avLst/>
            <a:gdLst>
              <a:gd name="connsiteX0" fmla="*/ 1390130 w 1390130"/>
              <a:gd name="connsiteY0" fmla="*/ 2403368 h 2787617"/>
              <a:gd name="connsiteX1" fmla="*/ 1047230 w 1390130"/>
              <a:gd name="connsiteY1" fmla="*/ 2784368 h 2787617"/>
              <a:gd name="connsiteX2" fmla="*/ 64250 w 1390130"/>
              <a:gd name="connsiteY2" fmla="*/ 2212868 h 2787617"/>
              <a:gd name="connsiteX3" fmla="*/ 178550 w 1390130"/>
              <a:gd name="connsiteY3" fmla="*/ 201188 h 2787617"/>
              <a:gd name="connsiteX4" fmla="*/ 856730 w 1390130"/>
              <a:gd name="connsiteY4" fmla="*/ 178328 h 27876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90130" h="2787617">
                <a:moveTo>
                  <a:pt x="1390130" y="2403368"/>
                </a:moveTo>
                <a:cubicBezTo>
                  <a:pt x="1329170" y="2609743"/>
                  <a:pt x="1268210" y="2816118"/>
                  <a:pt x="1047230" y="2784368"/>
                </a:cubicBezTo>
                <a:cubicBezTo>
                  <a:pt x="826250" y="2752618"/>
                  <a:pt x="209030" y="2643398"/>
                  <a:pt x="64250" y="2212868"/>
                </a:cubicBezTo>
                <a:cubicBezTo>
                  <a:pt x="-80530" y="1782338"/>
                  <a:pt x="46470" y="540278"/>
                  <a:pt x="178550" y="201188"/>
                </a:cubicBezTo>
                <a:cubicBezTo>
                  <a:pt x="310630" y="-137902"/>
                  <a:pt x="583680" y="20213"/>
                  <a:pt x="856730" y="178328"/>
                </a:cubicBezTo>
              </a:path>
            </a:pathLst>
          </a:custGeom>
          <a:noFill/>
          <a:ln w="25400">
            <a:solidFill>
              <a:schemeClr val="accent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209A1FE-0D0C-C0CF-3483-023CF9D5B5DA}"/>
              </a:ext>
            </a:extLst>
          </p:cNvPr>
          <p:cNvCxnSpPr>
            <a:cxnSpLocks/>
            <a:endCxn id="55" idx="1"/>
          </p:cNvCxnSpPr>
          <p:nvPr/>
        </p:nvCxnSpPr>
        <p:spPr>
          <a:xfrm>
            <a:off x="5403189" y="1409638"/>
            <a:ext cx="1587039" cy="3793133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Oval 54">
            <a:extLst>
              <a:ext uri="{FF2B5EF4-FFF2-40B4-BE49-F238E27FC236}">
                <a16:creationId xmlns:a16="http://schemas.microsoft.com/office/drawing/2014/main" id="{4F9AAB08-5271-B08D-2878-A0BB37441076}"/>
              </a:ext>
            </a:extLst>
          </p:cNvPr>
          <p:cNvSpPr/>
          <p:nvPr/>
        </p:nvSpPr>
        <p:spPr>
          <a:xfrm>
            <a:off x="6967435" y="5179978"/>
            <a:ext cx="155643" cy="1556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05534CD-DA38-C683-4A41-05EA82E669FB}"/>
              </a:ext>
            </a:extLst>
          </p:cNvPr>
          <p:cNvSpPr txBox="1"/>
          <p:nvPr/>
        </p:nvSpPr>
        <p:spPr>
          <a:xfrm>
            <a:off x="8221980" y="740544"/>
            <a:ext cx="35509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fine grained maze structure is pretty dense.  Not complex really, but just dense.</a:t>
            </a:r>
          </a:p>
          <a:p>
            <a:endParaRPr lang="en-US" dirty="0"/>
          </a:p>
          <a:p>
            <a:r>
              <a:rPr lang="en-US" dirty="0"/>
              <a:t>But we can see that among the dense back and forth, some points are more interesting.</a:t>
            </a:r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EF6099B8-156C-1804-54B7-C2B4655BD01F}"/>
              </a:ext>
            </a:extLst>
          </p:cNvPr>
          <p:cNvSpPr/>
          <p:nvPr/>
        </p:nvSpPr>
        <p:spPr>
          <a:xfrm>
            <a:off x="3414480" y="2360958"/>
            <a:ext cx="914923" cy="2000507"/>
          </a:xfrm>
          <a:custGeom>
            <a:avLst/>
            <a:gdLst>
              <a:gd name="connsiteX0" fmla="*/ 1390130 w 1390130"/>
              <a:gd name="connsiteY0" fmla="*/ 2403368 h 2787617"/>
              <a:gd name="connsiteX1" fmla="*/ 1047230 w 1390130"/>
              <a:gd name="connsiteY1" fmla="*/ 2784368 h 2787617"/>
              <a:gd name="connsiteX2" fmla="*/ 64250 w 1390130"/>
              <a:gd name="connsiteY2" fmla="*/ 2212868 h 2787617"/>
              <a:gd name="connsiteX3" fmla="*/ 178550 w 1390130"/>
              <a:gd name="connsiteY3" fmla="*/ 201188 h 2787617"/>
              <a:gd name="connsiteX4" fmla="*/ 856730 w 1390130"/>
              <a:gd name="connsiteY4" fmla="*/ 178328 h 2787617"/>
              <a:gd name="connsiteX0" fmla="*/ 1390130 w 1390130"/>
              <a:gd name="connsiteY0" fmla="*/ 2426657 h 2810906"/>
              <a:gd name="connsiteX1" fmla="*/ 1047230 w 1390130"/>
              <a:gd name="connsiteY1" fmla="*/ 2807657 h 2810906"/>
              <a:gd name="connsiteX2" fmla="*/ 64250 w 1390130"/>
              <a:gd name="connsiteY2" fmla="*/ 2236157 h 2810906"/>
              <a:gd name="connsiteX3" fmla="*/ 178550 w 1390130"/>
              <a:gd name="connsiteY3" fmla="*/ 224477 h 2810906"/>
              <a:gd name="connsiteX4" fmla="*/ 1057559 w 1390130"/>
              <a:gd name="connsiteY4" fmla="*/ 148752 h 2810906"/>
              <a:gd name="connsiteX0" fmla="*/ 1390130 w 1390130"/>
              <a:gd name="connsiteY0" fmla="*/ 2345138 h 2729387"/>
              <a:gd name="connsiteX1" fmla="*/ 1047230 w 1390130"/>
              <a:gd name="connsiteY1" fmla="*/ 2726138 h 2729387"/>
              <a:gd name="connsiteX2" fmla="*/ 64250 w 1390130"/>
              <a:gd name="connsiteY2" fmla="*/ 2154638 h 2729387"/>
              <a:gd name="connsiteX3" fmla="*/ 178550 w 1390130"/>
              <a:gd name="connsiteY3" fmla="*/ 142958 h 2729387"/>
              <a:gd name="connsiteX4" fmla="*/ 1057559 w 1390130"/>
              <a:gd name="connsiteY4" fmla="*/ 67233 h 2729387"/>
              <a:gd name="connsiteX0" fmla="*/ 1358052 w 1358052"/>
              <a:gd name="connsiteY0" fmla="*/ 2277905 h 2662154"/>
              <a:gd name="connsiteX1" fmla="*/ 1015152 w 1358052"/>
              <a:gd name="connsiteY1" fmla="*/ 2658905 h 2662154"/>
              <a:gd name="connsiteX2" fmla="*/ 32172 w 1358052"/>
              <a:gd name="connsiteY2" fmla="*/ 2087405 h 2662154"/>
              <a:gd name="connsiteX3" fmla="*/ 291516 w 1358052"/>
              <a:gd name="connsiteY3" fmla="*/ 419348 h 2662154"/>
              <a:gd name="connsiteX4" fmla="*/ 1025481 w 1358052"/>
              <a:gd name="connsiteY4" fmla="*/ 0 h 2662154"/>
              <a:gd name="connsiteX0" fmla="*/ 1119395 w 1119395"/>
              <a:gd name="connsiteY0" fmla="*/ 2277905 h 2672762"/>
              <a:gd name="connsiteX1" fmla="*/ 776495 w 1119395"/>
              <a:gd name="connsiteY1" fmla="*/ 2658905 h 2672762"/>
              <a:gd name="connsiteX2" fmla="*/ 184016 w 1119395"/>
              <a:gd name="connsiteY2" fmla="*/ 1823079 h 2672762"/>
              <a:gd name="connsiteX3" fmla="*/ 52859 w 1119395"/>
              <a:gd name="connsiteY3" fmla="*/ 419348 h 2672762"/>
              <a:gd name="connsiteX4" fmla="*/ 786824 w 1119395"/>
              <a:gd name="connsiteY4" fmla="*/ 0 h 2672762"/>
              <a:gd name="connsiteX0" fmla="*/ 1113237 w 1113237"/>
              <a:gd name="connsiteY0" fmla="*/ 2277905 h 2352677"/>
              <a:gd name="connsiteX1" fmla="*/ 536036 w 1113237"/>
              <a:gd name="connsiteY1" fmla="*/ 2130253 h 2352677"/>
              <a:gd name="connsiteX2" fmla="*/ 177858 w 1113237"/>
              <a:gd name="connsiteY2" fmla="*/ 1823079 h 2352677"/>
              <a:gd name="connsiteX3" fmla="*/ 46701 w 1113237"/>
              <a:gd name="connsiteY3" fmla="*/ 419348 h 2352677"/>
              <a:gd name="connsiteX4" fmla="*/ 780666 w 1113237"/>
              <a:gd name="connsiteY4" fmla="*/ 0 h 2352677"/>
              <a:gd name="connsiteX0" fmla="*/ 1113237 w 1113237"/>
              <a:gd name="connsiteY0" fmla="*/ 2277905 h 2277905"/>
              <a:gd name="connsiteX1" fmla="*/ 177858 w 1113237"/>
              <a:gd name="connsiteY1" fmla="*/ 1823079 h 2277905"/>
              <a:gd name="connsiteX2" fmla="*/ 46701 w 1113237"/>
              <a:gd name="connsiteY2" fmla="*/ 419348 h 2277905"/>
              <a:gd name="connsiteX3" fmla="*/ 780666 w 1113237"/>
              <a:gd name="connsiteY3" fmla="*/ 0 h 2277905"/>
              <a:gd name="connsiteX0" fmla="*/ 1339630 w 1339630"/>
              <a:gd name="connsiteY0" fmla="*/ 2313148 h 2313148"/>
              <a:gd name="connsiteX1" fmla="*/ 203421 w 1339630"/>
              <a:gd name="connsiteY1" fmla="*/ 1823079 h 2313148"/>
              <a:gd name="connsiteX2" fmla="*/ 72264 w 1339630"/>
              <a:gd name="connsiteY2" fmla="*/ 419348 h 2313148"/>
              <a:gd name="connsiteX3" fmla="*/ 806229 w 1339630"/>
              <a:gd name="connsiteY3" fmla="*/ 0 h 2313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39630" h="2313148">
                <a:moveTo>
                  <a:pt x="1339630" y="2313148"/>
                </a:moveTo>
                <a:cubicBezTo>
                  <a:pt x="1144759" y="2218393"/>
                  <a:pt x="414649" y="2138712"/>
                  <a:pt x="203421" y="1823079"/>
                </a:cubicBezTo>
                <a:cubicBezTo>
                  <a:pt x="-7807" y="1507446"/>
                  <a:pt x="-59816" y="758438"/>
                  <a:pt x="72264" y="419348"/>
                </a:cubicBezTo>
                <a:cubicBezTo>
                  <a:pt x="204344" y="80258"/>
                  <a:pt x="477393" y="123832"/>
                  <a:pt x="806229" y="0"/>
                </a:cubicBezTo>
              </a:path>
            </a:pathLst>
          </a:custGeom>
          <a:noFill/>
          <a:ln w="25400">
            <a:solidFill>
              <a:schemeClr val="accent1"/>
            </a:solidFill>
            <a:headEnd type="triangle"/>
            <a:tailEnd type="non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11020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>
            <a:extLst>
              <a:ext uri="{FF2B5EF4-FFF2-40B4-BE49-F238E27FC236}">
                <a16:creationId xmlns:a16="http://schemas.microsoft.com/office/drawing/2014/main" id="{F30A9426-E6DB-1A6F-6C66-5B0A7CB5136A}"/>
              </a:ext>
            </a:extLst>
          </p:cNvPr>
          <p:cNvSpPr/>
          <p:nvPr/>
        </p:nvSpPr>
        <p:spPr>
          <a:xfrm>
            <a:off x="3125775" y="1331817"/>
            <a:ext cx="155643" cy="1556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26B8032-B6ED-CB5C-3B50-7E25424ADDE3}"/>
              </a:ext>
            </a:extLst>
          </p:cNvPr>
          <p:cNvSpPr/>
          <p:nvPr/>
        </p:nvSpPr>
        <p:spPr>
          <a:xfrm>
            <a:off x="3975781" y="1331817"/>
            <a:ext cx="155643" cy="1556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98E6452-F894-3A97-701C-13AD4F5BED8C}"/>
              </a:ext>
            </a:extLst>
          </p:cNvPr>
          <p:cNvSpPr/>
          <p:nvPr/>
        </p:nvSpPr>
        <p:spPr>
          <a:xfrm>
            <a:off x="5250789" y="1331817"/>
            <a:ext cx="155643" cy="1556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9663669-5AA9-FAEB-517F-47D44B1643A7}"/>
              </a:ext>
            </a:extLst>
          </p:cNvPr>
          <p:cNvSpPr/>
          <p:nvPr/>
        </p:nvSpPr>
        <p:spPr>
          <a:xfrm>
            <a:off x="3975781" y="2194701"/>
            <a:ext cx="155643" cy="1556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A62581B-3AE0-A502-F508-C9C413645872}"/>
              </a:ext>
            </a:extLst>
          </p:cNvPr>
          <p:cNvSpPr/>
          <p:nvPr/>
        </p:nvSpPr>
        <p:spPr>
          <a:xfrm>
            <a:off x="4400783" y="3469709"/>
            <a:ext cx="155643" cy="1556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9BAB208C-9096-DAF0-31A0-C3A52C6018AD}"/>
              </a:ext>
            </a:extLst>
          </p:cNvPr>
          <p:cNvSpPr/>
          <p:nvPr/>
        </p:nvSpPr>
        <p:spPr>
          <a:xfrm>
            <a:off x="4400783" y="4313275"/>
            <a:ext cx="155643" cy="1556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82E9B4B-D8E2-C74E-A32A-2FECEFB76431}"/>
              </a:ext>
            </a:extLst>
          </p:cNvPr>
          <p:cNvCxnSpPr>
            <a:stCxn id="7" idx="6"/>
            <a:endCxn id="8" idx="2"/>
          </p:cNvCxnSpPr>
          <p:nvPr/>
        </p:nvCxnSpPr>
        <p:spPr>
          <a:xfrm>
            <a:off x="4131424" y="1409639"/>
            <a:ext cx="1119365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76B710B3-EEC5-1674-22DB-F762A0C2E0D0}"/>
              </a:ext>
            </a:extLst>
          </p:cNvPr>
          <p:cNvSpPr/>
          <p:nvPr/>
        </p:nvSpPr>
        <p:spPr>
          <a:xfrm>
            <a:off x="5245399" y="2604357"/>
            <a:ext cx="155643" cy="1556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3DCAD48-FCA0-AD90-3019-C4E920EBB5F4}"/>
              </a:ext>
            </a:extLst>
          </p:cNvPr>
          <p:cNvCxnSpPr>
            <a:cxnSpLocks/>
            <a:stCxn id="8" idx="4"/>
            <a:endCxn id="27" idx="0"/>
          </p:cNvCxnSpPr>
          <p:nvPr/>
        </p:nvCxnSpPr>
        <p:spPr>
          <a:xfrm flipH="1">
            <a:off x="5323221" y="1487460"/>
            <a:ext cx="5390" cy="1116897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3ECDC39-E38D-9FF6-6E12-3CF2B4C9ED08}"/>
              </a:ext>
            </a:extLst>
          </p:cNvPr>
          <p:cNvCxnSpPr>
            <a:cxnSpLocks/>
            <a:endCxn id="19" idx="0"/>
          </p:cNvCxnSpPr>
          <p:nvPr/>
        </p:nvCxnSpPr>
        <p:spPr>
          <a:xfrm>
            <a:off x="4053602" y="1487460"/>
            <a:ext cx="1" cy="707241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F837706-A6D1-B25B-0EC7-3A51F08186D1}"/>
              </a:ext>
            </a:extLst>
          </p:cNvPr>
          <p:cNvCxnSpPr>
            <a:cxnSpLocks/>
            <a:stCxn id="19" idx="4"/>
            <a:endCxn id="20" idx="0"/>
          </p:cNvCxnSpPr>
          <p:nvPr/>
        </p:nvCxnSpPr>
        <p:spPr>
          <a:xfrm>
            <a:off x="4053603" y="2350344"/>
            <a:ext cx="425002" cy="1119365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E00597A-3FA5-0650-2997-97297B033186}"/>
              </a:ext>
            </a:extLst>
          </p:cNvPr>
          <p:cNvCxnSpPr>
            <a:cxnSpLocks/>
            <a:endCxn id="21" idx="0"/>
          </p:cNvCxnSpPr>
          <p:nvPr/>
        </p:nvCxnSpPr>
        <p:spPr>
          <a:xfrm>
            <a:off x="4475911" y="3625352"/>
            <a:ext cx="2694" cy="687923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357AB64-B843-1610-2960-FF5627CF166F}"/>
              </a:ext>
            </a:extLst>
          </p:cNvPr>
          <p:cNvCxnSpPr>
            <a:cxnSpLocks/>
            <a:stCxn id="6" idx="6"/>
            <a:endCxn id="7" idx="2"/>
          </p:cNvCxnSpPr>
          <p:nvPr/>
        </p:nvCxnSpPr>
        <p:spPr>
          <a:xfrm>
            <a:off x="3281418" y="1409639"/>
            <a:ext cx="694363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Freeform 45">
            <a:extLst>
              <a:ext uri="{FF2B5EF4-FFF2-40B4-BE49-F238E27FC236}">
                <a16:creationId xmlns:a16="http://schemas.microsoft.com/office/drawing/2014/main" id="{58244042-3C80-E616-54C6-C49217C8DFCA}"/>
              </a:ext>
            </a:extLst>
          </p:cNvPr>
          <p:cNvSpPr/>
          <p:nvPr/>
        </p:nvSpPr>
        <p:spPr>
          <a:xfrm>
            <a:off x="4579618" y="3592308"/>
            <a:ext cx="633889" cy="790285"/>
          </a:xfrm>
          <a:custGeom>
            <a:avLst/>
            <a:gdLst>
              <a:gd name="connsiteX0" fmla="*/ 102368 w 1127637"/>
              <a:gd name="connsiteY0" fmla="*/ 133495 h 1152600"/>
              <a:gd name="connsiteX1" fmla="*/ 864368 w 1127637"/>
              <a:gd name="connsiteY1" fmla="*/ 80155 h 1152600"/>
              <a:gd name="connsiteX2" fmla="*/ 1085348 w 1127637"/>
              <a:gd name="connsiteY2" fmla="*/ 1078375 h 1152600"/>
              <a:gd name="connsiteX3" fmla="*/ 102368 w 1127637"/>
              <a:gd name="connsiteY3" fmla="*/ 1078375 h 1152600"/>
              <a:gd name="connsiteX4" fmla="*/ 79508 w 1127637"/>
              <a:gd name="connsiteY4" fmla="*/ 1070755 h 1152600"/>
              <a:gd name="connsiteX0" fmla="*/ 87128 w 1127957"/>
              <a:gd name="connsiteY0" fmla="*/ 41412 h 1314539"/>
              <a:gd name="connsiteX1" fmla="*/ 864368 w 1127957"/>
              <a:gd name="connsiteY1" fmla="*/ 242094 h 1314539"/>
              <a:gd name="connsiteX2" fmla="*/ 1085348 w 1127957"/>
              <a:gd name="connsiteY2" fmla="*/ 1240314 h 1314539"/>
              <a:gd name="connsiteX3" fmla="*/ 102368 w 1127957"/>
              <a:gd name="connsiteY3" fmla="*/ 1240314 h 1314539"/>
              <a:gd name="connsiteX4" fmla="*/ 79508 w 1127957"/>
              <a:gd name="connsiteY4" fmla="*/ 1232694 h 1314539"/>
              <a:gd name="connsiteX0" fmla="*/ 87128 w 1127957"/>
              <a:gd name="connsiteY0" fmla="*/ 0 h 1273127"/>
              <a:gd name="connsiteX1" fmla="*/ 864368 w 1127957"/>
              <a:gd name="connsiteY1" fmla="*/ 200682 h 1273127"/>
              <a:gd name="connsiteX2" fmla="*/ 1085348 w 1127957"/>
              <a:gd name="connsiteY2" fmla="*/ 1198902 h 1273127"/>
              <a:gd name="connsiteX3" fmla="*/ 102368 w 1127957"/>
              <a:gd name="connsiteY3" fmla="*/ 1198902 h 1273127"/>
              <a:gd name="connsiteX4" fmla="*/ 79508 w 1127957"/>
              <a:gd name="connsiteY4" fmla="*/ 1191282 h 1273127"/>
              <a:gd name="connsiteX0" fmla="*/ 87128 w 1113612"/>
              <a:gd name="connsiteY0" fmla="*/ 0 h 1260100"/>
              <a:gd name="connsiteX1" fmla="*/ 780548 w 1113612"/>
              <a:gd name="connsiteY1" fmla="*/ 376543 h 1260100"/>
              <a:gd name="connsiteX2" fmla="*/ 1085348 w 1113612"/>
              <a:gd name="connsiteY2" fmla="*/ 1198902 h 1260100"/>
              <a:gd name="connsiteX3" fmla="*/ 102368 w 1113612"/>
              <a:gd name="connsiteY3" fmla="*/ 1198902 h 1260100"/>
              <a:gd name="connsiteX4" fmla="*/ 79508 w 1113612"/>
              <a:gd name="connsiteY4" fmla="*/ 1191282 h 1260100"/>
              <a:gd name="connsiteX0" fmla="*/ 87128 w 831715"/>
              <a:gd name="connsiteY0" fmla="*/ 0 h 1198912"/>
              <a:gd name="connsiteX1" fmla="*/ 780548 w 831715"/>
              <a:gd name="connsiteY1" fmla="*/ 376543 h 1198912"/>
              <a:gd name="connsiteX2" fmla="*/ 704348 w 831715"/>
              <a:gd name="connsiteY2" fmla="*/ 944881 h 1198912"/>
              <a:gd name="connsiteX3" fmla="*/ 102368 w 831715"/>
              <a:gd name="connsiteY3" fmla="*/ 1198902 h 1198912"/>
              <a:gd name="connsiteX4" fmla="*/ 79508 w 831715"/>
              <a:gd name="connsiteY4" fmla="*/ 1191282 h 1198912"/>
              <a:gd name="connsiteX0" fmla="*/ 0 w 744587"/>
              <a:gd name="connsiteY0" fmla="*/ 0 h 1198912"/>
              <a:gd name="connsiteX1" fmla="*/ 693420 w 744587"/>
              <a:gd name="connsiteY1" fmla="*/ 376543 h 1198912"/>
              <a:gd name="connsiteX2" fmla="*/ 617220 w 744587"/>
              <a:gd name="connsiteY2" fmla="*/ 944881 h 1198912"/>
              <a:gd name="connsiteX3" fmla="*/ 15240 w 744587"/>
              <a:gd name="connsiteY3" fmla="*/ 1198902 h 1198912"/>
              <a:gd name="connsiteX0" fmla="*/ 0 w 744587"/>
              <a:gd name="connsiteY0" fmla="*/ 0 h 1198902"/>
              <a:gd name="connsiteX1" fmla="*/ 693420 w 744587"/>
              <a:gd name="connsiteY1" fmla="*/ 376543 h 1198902"/>
              <a:gd name="connsiteX2" fmla="*/ 617220 w 744587"/>
              <a:gd name="connsiteY2" fmla="*/ 944881 h 1198902"/>
              <a:gd name="connsiteX3" fmla="*/ 15240 w 744587"/>
              <a:gd name="connsiteY3" fmla="*/ 1198902 h 1198902"/>
              <a:gd name="connsiteX0" fmla="*/ 0 w 744587"/>
              <a:gd name="connsiteY0" fmla="*/ 0 h 1091431"/>
              <a:gd name="connsiteX1" fmla="*/ 693420 w 744587"/>
              <a:gd name="connsiteY1" fmla="*/ 376543 h 1091431"/>
              <a:gd name="connsiteX2" fmla="*/ 617220 w 744587"/>
              <a:gd name="connsiteY2" fmla="*/ 944881 h 1091431"/>
              <a:gd name="connsiteX3" fmla="*/ 15240 w 744587"/>
              <a:gd name="connsiteY3" fmla="*/ 1091431 h 1091431"/>
              <a:gd name="connsiteX0" fmla="*/ 0 w 730726"/>
              <a:gd name="connsiteY0" fmla="*/ 0 h 1091431"/>
              <a:gd name="connsiteX1" fmla="*/ 693420 w 730726"/>
              <a:gd name="connsiteY1" fmla="*/ 376543 h 1091431"/>
              <a:gd name="connsiteX2" fmla="*/ 571500 w 730726"/>
              <a:gd name="connsiteY2" fmla="*/ 856951 h 1091431"/>
              <a:gd name="connsiteX3" fmla="*/ 15240 w 730726"/>
              <a:gd name="connsiteY3" fmla="*/ 1091431 h 1091431"/>
              <a:gd name="connsiteX0" fmla="*/ 0 w 641988"/>
              <a:gd name="connsiteY0" fmla="*/ 0 h 1091431"/>
              <a:gd name="connsiteX1" fmla="*/ 571500 w 641988"/>
              <a:gd name="connsiteY1" fmla="*/ 396083 h 1091431"/>
              <a:gd name="connsiteX2" fmla="*/ 571500 w 641988"/>
              <a:gd name="connsiteY2" fmla="*/ 856951 h 1091431"/>
              <a:gd name="connsiteX3" fmla="*/ 15240 w 641988"/>
              <a:gd name="connsiteY3" fmla="*/ 1091431 h 1091431"/>
              <a:gd name="connsiteX0" fmla="*/ 0 w 633889"/>
              <a:gd name="connsiteY0" fmla="*/ 0 h 1013271"/>
              <a:gd name="connsiteX1" fmla="*/ 563880 w 633889"/>
              <a:gd name="connsiteY1" fmla="*/ 317923 h 1013271"/>
              <a:gd name="connsiteX2" fmla="*/ 563880 w 633889"/>
              <a:gd name="connsiteY2" fmla="*/ 778791 h 1013271"/>
              <a:gd name="connsiteX3" fmla="*/ 7620 w 633889"/>
              <a:gd name="connsiteY3" fmla="*/ 1013271 h 1013271"/>
              <a:gd name="connsiteX0" fmla="*/ 0 w 633889"/>
              <a:gd name="connsiteY0" fmla="*/ 0 h 1013271"/>
              <a:gd name="connsiteX1" fmla="*/ 563880 w 633889"/>
              <a:gd name="connsiteY1" fmla="*/ 317923 h 1013271"/>
              <a:gd name="connsiteX2" fmla="*/ 563880 w 633889"/>
              <a:gd name="connsiteY2" fmla="*/ 778791 h 1013271"/>
              <a:gd name="connsiteX3" fmla="*/ 7620 w 633889"/>
              <a:gd name="connsiteY3" fmla="*/ 1013271 h 10132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3889" h="1013271">
                <a:moveTo>
                  <a:pt x="0" y="0"/>
                </a:moveTo>
                <a:cubicBezTo>
                  <a:pt x="337185" y="99761"/>
                  <a:pt x="469900" y="188125"/>
                  <a:pt x="563880" y="317923"/>
                </a:cubicBezTo>
                <a:cubicBezTo>
                  <a:pt x="657860" y="447721"/>
                  <a:pt x="656590" y="662900"/>
                  <a:pt x="563880" y="778791"/>
                </a:cubicBezTo>
                <a:cubicBezTo>
                  <a:pt x="471170" y="894682"/>
                  <a:pt x="281940" y="936381"/>
                  <a:pt x="7620" y="1013271"/>
                </a:cubicBezTo>
              </a:path>
            </a:pathLst>
          </a:custGeom>
          <a:noFill/>
          <a:ln w="25400">
            <a:solidFill>
              <a:schemeClr val="accent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Freeform 46">
            <a:extLst>
              <a:ext uri="{FF2B5EF4-FFF2-40B4-BE49-F238E27FC236}">
                <a16:creationId xmlns:a16="http://schemas.microsoft.com/office/drawing/2014/main" id="{9D183787-D0F8-4B32-8810-1948EC407F8C}"/>
              </a:ext>
            </a:extLst>
          </p:cNvPr>
          <p:cNvSpPr/>
          <p:nvPr/>
        </p:nvSpPr>
        <p:spPr>
          <a:xfrm>
            <a:off x="4568619" y="3543304"/>
            <a:ext cx="1028051" cy="936250"/>
          </a:xfrm>
          <a:custGeom>
            <a:avLst/>
            <a:gdLst>
              <a:gd name="connsiteX0" fmla="*/ 102368 w 1127637"/>
              <a:gd name="connsiteY0" fmla="*/ 133495 h 1152600"/>
              <a:gd name="connsiteX1" fmla="*/ 864368 w 1127637"/>
              <a:gd name="connsiteY1" fmla="*/ 80155 h 1152600"/>
              <a:gd name="connsiteX2" fmla="*/ 1085348 w 1127637"/>
              <a:gd name="connsiteY2" fmla="*/ 1078375 h 1152600"/>
              <a:gd name="connsiteX3" fmla="*/ 102368 w 1127637"/>
              <a:gd name="connsiteY3" fmla="*/ 1078375 h 1152600"/>
              <a:gd name="connsiteX4" fmla="*/ 79508 w 1127637"/>
              <a:gd name="connsiteY4" fmla="*/ 1070755 h 1152600"/>
              <a:gd name="connsiteX0" fmla="*/ 87128 w 1127957"/>
              <a:gd name="connsiteY0" fmla="*/ 41412 h 1314539"/>
              <a:gd name="connsiteX1" fmla="*/ 864368 w 1127957"/>
              <a:gd name="connsiteY1" fmla="*/ 242094 h 1314539"/>
              <a:gd name="connsiteX2" fmla="*/ 1085348 w 1127957"/>
              <a:gd name="connsiteY2" fmla="*/ 1240314 h 1314539"/>
              <a:gd name="connsiteX3" fmla="*/ 102368 w 1127957"/>
              <a:gd name="connsiteY3" fmla="*/ 1240314 h 1314539"/>
              <a:gd name="connsiteX4" fmla="*/ 79508 w 1127957"/>
              <a:gd name="connsiteY4" fmla="*/ 1232694 h 1314539"/>
              <a:gd name="connsiteX0" fmla="*/ 87128 w 1127957"/>
              <a:gd name="connsiteY0" fmla="*/ 0 h 1273127"/>
              <a:gd name="connsiteX1" fmla="*/ 864368 w 1127957"/>
              <a:gd name="connsiteY1" fmla="*/ 200682 h 1273127"/>
              <a:gd name="connsiteX2" fmla="*/ 1085348 w 1127957"/>
              <a:gd name="connsiteY2" fmla="*/ 1198902 h 1273127"/>
              <a:gd name="connsiteX3" fmla="*/ 102368 w 1127957"/>
              <a:gd name="connsiteY3" fmla="*/ 1198902 h 1273127"/>
              <a:gd name="connsiteX4" fmla="*/ 79508 w 1127957"/>
              <a:gd name="connsiteY4" fmla="*/ 1191282 h 1273127"/>
              <a:gd name="connsiteX0" fmla="*/ 87128 w 1113612"/>
              <a:gd name="connsiteY0" fmla="*/ 0 h 1260100"/>
              <a:gd name="connsiteX1" fmla="*/ 780548 w 1113612"/>
              <a:gd name="connsiteY1" fmla="*/ 376543 h 1260100"/>
              <a:gd name="connsiteX2" fmla="*/ 1085348 w 1113612"/>
              <a:gd name="connsiteY2" fmla="*/ 1198902 h 1260100"/>
              <a:gd name="connsiteX3" fmla="*/ 102368 w 1113612"/>
              <a:gd name="connsiteY3" fmla="*/ 1198902 h 1260100"/>
              <a:gd name="connsiteX4" fmla="*/ 79508 w 1113612"/>
              <a:gd name="connsiteY4" fmla="*/ 1191282 h 1260100"/>
              <a:gd name="connsiteX0" fmla="*/ 87128 w 831715"/>
              <a:gd name="connsiteY0" fmla="*/ 0 h 1198912"/>
              <a:gd name="connsiteX1" fmla="*/ 780548 w 831715"/>
              <a:gd name="connsiteY1" fmla="*/ 376543 h 1198912"/>
              <a:gd name="connsiteX2" fmla="*/ 704348 w 831715"/>
              <a:gd name="connsiteY2" fmla="*/ 944881 h 1198912"/>
              <a:gd name="connsiteX3" fmla="*/ 102368 w 831715"/>
              <a:gd name="connsiteY3" fmla="*/ 1198902 h 1198912"/>
              <a:gd name="connsiteX4" fmla="*/ 79508 w 831715"/>
              <a:gd name="connsiteY4" fmla="*/ 1191282 h 1198912"/>
              <a:gd name="connsiteX0" fmla="*/ 0 w 744587"/>
              <a:gd name="connsiteY0" fmla="*/ 0 h 1198912"/>
              <a:gd name="connsiteX1" fmla="*/ 693420 w 744587"/>
              <a:gd name="connsiteY1" fmla="*/ 376543 h 1198912"/>
              <a:gd name="connsiteX2" fmla="*/ 617220 w 744587"/>
              <a:gd name="connsiteY2" fmla="*/ 944881 h 1198912"/>
              <a:gd name="connsiteX3" fmla="*/ 15240 w 744587"/>
              <a:gd name="connsiteY3" fmla="*/ 1198902 h 1198912"/>
              <a:gd name="connsiteX0" fmla="*/ 0 w 744587"/>
              <a:gd name="connsiteY0" fmla="*/ 0 h 1198902"/>
              <a:gd name="connsiteX1" fmla="*/ 693420 w 744587"/>
              <a:gd name="connsiteY1" fmla="*/ 376543 h 1198902"/>
              <a:gd name="connsiteX2" fmla="*/ 617220 w 744587"/>
              <a:gd name="connsiteY2" fmla="*/ 944881 h 1198902"/>
              <a:gd name="connsiteX3" fmla="*/ 15240 w 744587"/>
              <a:gd name="connsiteY3" fmla="*/ 1198902 h 1198902"/>
              <a:gd name="connsiteX0" fmla="*/ 0 w 744587"/>
              <a:gd name="connsiteY0" fmla="*/ 0 h 1091431"/>
              <a:gd name="connsiteX1" fmla="*/ 693420 w 744587"/>
              <a:gd name="connsiteY1" fmla="*/ 376543 h 1091431"/>
              <a:gd name="connsiteX2" fmla="*/ 617220 w 744587"/>
              <a:gd name="connsiteY2" fmla="*/ 944881 h 1091431"/>
              <a:gd name="connsiteX3" fmla="*/ 15240 w 744587"/>
              <a:gd name="connsiteY3" fmla="*/ 1091431 h 1091431"/>
              <a:gd name="connsiteX0" fmla="*/ 0 w 730726"/>
              <a:gd name="connsiteY0" fmla="*/ 0 h 1091431"/>
              <a:gd name="connsiteX1" fmla="*/ 693420 w 730726"/>
              <a:gd name="connsiteY1" fmla="*/ 376543 h 1091431"/>
              <a:gd name="connsiteX2" fmla="*/ 571500 w 730726"/>
              <a:gd name="connsiteY2" fmla="*/ 856951 h 1091431"/>
              <a:gd name="connsiteX3" fmla="*/ 15240 w 730726"/>
              <a:gd name="connsiteY3" fmla="*/ 1091431 h 1091431"/>
              <a:gd name="connsiteX0" fmla="*/ 0 w 641988"/>
              <a:gd name="connsiteY0" fmla="*/ 0 h 1091431"/>
              <a:gd name="connsiteX1" fmla="*/ 571500 w 641988"/>
              <a:gd name="connsiteY1" fmla="*/ 396083 h 1091431"/>
              <a:gd name="connsiteX2" fmla="*/ 571500 w 641988"/>
              <a:gd name="connsiteY2" fmla="*/ 856951 h 1091431"/>
              <a:gd name="connsiteX3" fmla="*/ 15240 w 641988"/>
              <a:gd name="connsiteY3" fmla="*/ 1091431 h 1091431"/>
              <a:gd name="connsiteX0" fmla="*/ 0 w 633889"/>
              <a:gd name="connsiteY0" fmla="*/ 0 h 1013271"/>
              <a:gd name="connsiteX1" fmla="*/ 563880 w 633889"/>
              <a:gd name="connsiteY1" fmla="*/ 317923 h 1013271"/>
              <a:gd name="connsiteX2" fmla="*/ 563880 w 633889"/>
              <a:gd name="connsiteY2" fmla="*/ 778791 h 1013271"/>
              <a:gd name="connsiteX3" fmla="*/ 7620 w 633889"/>
              <a:gd name="connsiteY3" fmla="*/ 1013271 h 1013271"/>
              <a:gd name="connsiteX0" fmla="*/ 0 w 633889"/>
              <a:gd name="connsiteY0" fmla="*/ 0 h 1013271"/>
              <a:gd name="connsiteX1" fmla="*/ 563880 w 633889"/>
              <a:gd name="connsiteY1" fmla="*/ 317923 h 1013271"/>
              <a:gd name="connsiteX2" fmla="*/ 563880 w 633889"/>
              <a:gd name="connsiteY2" fmla="*/ 778791 h 1013271"/>
              <a:gd name="connsiteX3" fmla="*/ 7620 w 633889"/>
              <a:gd name="connsiteY3" fmla="*/ 1013271 h 1013271"/>
              <a:gd name="connsiteX0" fmla="*/ 0 w 633889"/>
              <a:gd name="connsiteY0" fmla="*/ 0 h 1013271"/>
              <a:gd name="connsiteX1" fmla="*/ 563880 w 633889"/>
              <a:gd name="connsiteY1" fmla="*/ 317923 h 1013271"/>
              <a:gd name="connsiteX2" fmla="*/ 563880 w 633889"/>
              <a:gd name="connsiteY2" fmla="*/ 778791 h 1013271"/>
              <a:gd name="connsiteX3" fmla="*/ 7620 w 633889"/>
              <a:gd name="connsiteY3" fmla="*/ 1013271 h 1013271"/>
              <a:gd name="connsiteX0" fmla="*/ 0 w 636731"/>
              <a:gd name="connsiteY0" fmla="*/ 0 h 1013271"/>
              <a:gd name="connsiteX1" fmla="*/ 568839 w 636731"/>
              <a:gd name="connsiteY1" fmla="*/ 185546 h 1013271"/>
              <a:gd name="connsiteX2" fmla="*/ 563880 w 636731"/>
              <a:gd name="connsiteY2" fmla="*/ 778791 h 1013271"/>
              <a:gd name="connsiteX3" fmla="*/ 7620 w 636731"/>
              <a:gd name="connsiteY3" fmla="*/ 1013271 h 1013271"/>
              <a:gd name="connsiteX0" fmla="*/ 0 w 626621"/>
              <a:gd name="connsiteY0" fmla="*/ 0 h 1013271"/>
              <a:gd name="connsiteX1" fmla="*/ 568839 w 626621"/>
              <a:gd name="connsiteY1" fmla="*/ 185546 h 1013271"/>
              <a:gd name="connsiteX2" fmla="*/ 544044 w 626621"/>
              <a:gd name="connsiteY2" fmla="*/ 853253 h 1013271"/>
              <a:gd name="connsiteX3" fmla="*/ 7620 w 626621"/>
              <a:gd name="connsiteY3" fmla="*/ 1013271 h 1013271"/>
              <a:gd name="connsiteX0" fmla="*/ 0 w 626621"/>
              <a:gd name="connsiteY0" fmla="*/ 0 h 1024825"/>
              <a:gd name="connsiteX1" fmla="*/ 568839 w 626621"/>
              <a:gd name="connsiteY1" fmla="*/ 185546 h 1024825"/>
              <a:gd name="connsiteX2" fmla="*/ 544044 w 626621"/>
              <a:gd name="connsiteY2" fmla="*/ 853253 h 1024825"/>
              <a:gd name="connsiteX3" fmla="*/ 7620 w 626621"/>
              <a:gd name="connsiteY3" fmla="*/ 1013271 h 1024825"/>
              <a:gd name="connsiteX0" fmla="*/ 0 w 669049"/>
              <a:gd name="connsiteY0" fmla="*/ 0 h 1016551"/>
              <a:gd name="connsiteX1" fmla="*/ 608511 w 669049"/>
              <a:gd name="connsiteY1" fmla="*/ 177272 h 1016551"/>
              <a:gd name="connsiteX2" fmla="*/ 583716 w 669049"/>
              <a:gd name="connsiteY2" fmla="*/ 844979 h 1016551"/>
              <a:gd name="connsiteX3" fmla="*/ 47292 w 669049"/>
              <a:gd name="connsiteY3" fmla="*/ 1004997 h 10165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69049" h="1016551">
                <a:moveTo>
                  <a:pt x="0" y="0"/>
                </a:moveTo>
                <a:cubicBezTo>
                  <a:pt x="357021" y="479"/>
                  <a:pt x="511225" y="36442"/>
                  <a:pt x="608511" y="177272"/>
                </a:cubicBezTo>
                <a:cubicBezTo>
                  <a:pt x="705797" y="318102"/>
                  <a:pt x="677252" y="707025"/>
                  <a:pt x="583716" y="844979"/>
                </a:cubicBezTo>
                <a:cubicBezTo>
                  <a:pt x="490180" y="982933"/>
                  <a:pt x="321612" y="1043937"/>
                  <a:pt x="47292" y="1004997"/>
                </a:cubicBezTo>
              </a:path>
            </a:pathLst>
          </a:custGeom>
          <a:noFill/>
          <a:ln w="25400">
            <a:solidFill>
              <a:schemeClr val="accent1"/>
            </a:solidFill>
            <a:headEnd type="triangle"/>
            <a:tailEnd type="non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9762CAC1-0818-0AC6-129F-B216BB498D91}"/>
              </a:ext>
            </a:extLst>
          </p:cNvPr>
          <p:cNvSpPr/>
          <p:nvPr/>
        </p:nvSpPr>
        <p:spPr>
          <a:xfrm>
            <a:off x="3090430" y="2100052"/>
            <a:ext cx="1390130" cy="2787617"/>
          </a:xfrm>
          <a:custGeom>
            <a:avLst/>
            <a:gdLst>
              <a:gd name="connsiteX0" fmla="*/ 1390130 w 1390130"/>
              <a:gd name="connsiteY0" fmla="*/ 2403368 h 2787617"/>
              <a:gd name="connsiteX1" fmla="*/ 1047230 w 1390130"/>
              <a:gd name="connsiteY1" fmla="*/ 2784368 h 2787617"/>
              <a:gd name="connsiteX2" fmla="*/ 64250 w 1390130"/>
              <a:gd name="connsiteY2" fmla="*/ 2212868 h 2787617"/>
              <a:gd name="connsiteX3" fmla="*/ 178550 w 1390130"/>
              <a:gd name="connsiteY3" fmla="*/ 201188 h 2787617"/>
              <a:gd name="connsiteX4" fmla="*/ 856730 w 1390130"/>
              <a:gd name="connsiteY4" fmla="*/ 178328 h 27876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90130" h="2787617">
                <a:moveTo>
                  <a:pt x="1390130" y="2403368"/>
                </a:moveTo>
                <a:cubicBezTo>
                  <a:pt x="1329170" y="2609743"/>
                  <a:pt x="1268210" y="2816118"/>
                  <a:pt x="1047230" y="2784368"/>
                </a:cubicBezTo>
                <a:cubicBezTo>
                  <a:pt x="826250" y="2752618"/>
                  <a:pt x="209030" y="2643398"/>
                  <a:pt x="64250" y="2212868"/>
                </a:cubicBezTo>
                <a:cubicBezTo>
                  <a:pt x="-80530" y="1782338"/>
                  <a:pt x="46470" y="540278"/>
                  <a:pt x="178550" y="201188"/>
                </a:cubicBezTo>
                <a:cubicBezTo>
                  <a:pt x="310630" y="-137902"/>
                  <a:pt x="583680" y="20213"/>
                  <a:pt x="856730" y="178328"/>
                </a:cubicBezTo>
              </a:path>
            </a:pathLst>
          </a:custGeom>
          <a:noFill/>
          <a:ln w="25400">
            <a:solidFill>
              <a:schemeClr val="accent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209A1FE-0D0C-C0CF-3483-023CF9D5B5DA}"/>
              </a:ext>
            </a:extLst>
          </p:cNvPr>
          <p:cNvCxnSpPr>
            <a:cxnSpLocks/>
            <a:endCxn id="55" idx="1"/>
          </p:cNvCxnSpPr>
          <p:nvPr/>
        </p:nvCxnSpPr>
        <p:spPr>
          <a:xfrm>
            <a:off x="5403189" y="1409638"/>
            <a:ext cx="1587039" cy="3793133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Oval 54">
            <a:extLst>
              <a:ext uri="{FF2B5EF4-FFF2-40B4-BE49-F238E27FC236}">
                <a16:creationId xmlns:a16="http://schemas.microsoft.com/office/drawing/2014/main" id="{4F9AAB08-5271-B08D-2878-A0BB37441076}"/>
              </a:ext>
            </a:extLst>
          </p:cNvPr>
          <p:cNvSpPr/>
          <p:nvPr/>
        </p:nvSpPr>
        <p:spPr>
          <a:xfrm>
            <a:off x="6967435" y="5179978"/>
            <a:ext cx="155643" cy="1556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 1">
            <a:extLst>
              <a:ext uri="{FF2B5EF4-FFF2-40B4-BE49-F238E27FC236}">
                <a16:creationId xmlns:a16="http://schemas.microsoft.com/office/drawing/2014/main" id="{AB8404CD-700D-2EB8-3E5F-5EA501ABE053}"/>
              </a:ext>
            </a:extLst>
          </p:cNvPr>
          <p:cNvSpPr/>
          <p:nvPr/>
        </p:nvSpPr>
        <p:spPr>
          <a:xfrm>
            <a:off x="3414480" y="2360958"/>
            <a:ext cx="914923" cy="2000507"/>
          </a:xfrm>
          <a:custGeom>
            <a:avLst/>
            <a:gdLst>
              <a:gd name="connsiteX0" fmla="*/ 1390130 w 1390130"/>
              <a:gd name="connsiteY0" fmla="*/ 2403368 h 2787617"/>
              <a:gd name="connsiteX1" fmla="*/ 1047230 w 1390130"/>
              <a:gd name="connsiteY1" fmla="*/ 2784368 h 2787617"/>
              <a:gd name="connsiteX2" fmla="*/ 64250 w 1390130"/>
              <a:gd name="connsiteY2" fmla="*/ 2212868 h 2787617"/>
              <a:gd name="connsiteX3" fmla="*/ 178550 w 1390130"/>
              <a:gd name="connsiteY3" fmla="*/ 201188 h 2787617"/>
              <a:gd name="connsiteX4" fmla="*/ 856730 w 1390130"/>
              <a:gd name="connsiteY4" fmla="*/ 178328 h 2787617"/>
              <a:gd name="connsiteX0" fmla="*/ 1390130 w 1390130"/>
              <a:gd name="connsiteY0" fmla="*/ 2426657 h 2810906"/>
              <a:gd name="connsiteX1" fmla="*/ 1047230 w 1390130"/>
              <a:gd name="connsiteY1" fmla="*/ 2807657 h 2810906"/>
              <a:gd name="connsiteX2" fmla="*/ 64250 w 1390130"/>
              <a:gd name="connsiteY2" fmla="*/ 2236157 h 2810906"/>
              <a:gd name="connsiteX3" fmla="*/ 178550 w 1390130"/>
              <a:gd name="connsiteY3" fmla="*/ 224477 h 2810906"/>
              <a:gd name="connsiteX4" fmla="*/ 1057559 w 1390130"/>
              <a:gd name="connsiteY4" fmla="*/ 148752 h 2810906"/>
              <a:gd name="connsiteX0" fmla="*/ 1390130 w 1390130"/>
              <a:gd name="connsiteY0" fmla="*/ 2345138 h 2729387"/>
              <a:gd name="connsiteX1" fmla="*/ 1047230 w 1390130"/>
              <a:gd name="connsiteY1" fmla="*/ 2726138 h 2729387"/>
              <a:gd name="connsiteX2" fmla="*/ 64250 w 1390130"/>
              <a:gd name="connsiteY2" fmla="*/ 2154638 h 2729387"/>
              <a:gd name="connsiteX3" fmla="*/ 178550 w 1390130"/>
              <a:gd name="connsiteY3" fmla="*/ 142958 h 2729387"/>
              <a:gd name="connsiteX4" fmla="*/ 1057559 w 1390130"/>
              <a:gd name="connsiteY4" fmla="*/ 67233 h 2729387"/>
              <a:gd name="connsiteX0" fmla="*/ 1358052 w 1358052"/>
              <a:gd name="connsiteY0" fmla="*/ 2277905 h 2662154"/>
              <a:gd name="connsiteX1" fmla="*/ 1015152 w 1358052"/>
              <a:gd name="connsiteY1" fmla="*/ 2658905 h 2662154"/>
              <a:gd name="connsiteX2" fmla="*/ 32172 w 1358052"/>
              <a:gd name="connsiteY2" fmla="*/ 2087405 h 2662154"/>
              <a:gd name="connsiteX3" fmla="*/ 291516 w 1358052"/>
              <a:gd name="connsiteY3" fmla="*/ 419348 h 2662154"/>
              <a:gd name="connsiteX4" fmla="*/ 1025481 w 1358052"/>
              <a:gd name="connsiteY4" fmla="*/ 0 h 2662154"/>
              <a:gd name="connsiteX0" fmla="*/ 1119395 w 1119395"/>
              <a:gd name="connsiteY0" fmla="*/ 2277905 h 2672762"/>
              <a:gd name="connsiteX1" fmla="*/ 776495 w 1119395"/>
              <a:gd name="connsiteY1" fmla="*/ 2658905 h 2672762"/>
              <a:gd name="connsiteX2" fmla="*/ 184016 w 1119395"/>
              <a:gd name="connsiteY2" fmla="*/ 1823079 h 2672762"/>
              <a:gd name="connsiteX3" fmla="*/ 52859 w 1119395"/>
              <a:gd name="connsiteY3" fmla="*/ 419348 h 2672762"/>
              <a:gd name="connsiteX4" fmla="*/ 786824 w 1119395"/>
              <a:gd name="connsiteY4" fmla="*/ 0 h 2672762"/>
              <a:gd name="connsiteX0" fmla="*/ 1113237 w 1113237"/>
              <a:gd name="connsiteY0" fmla="*/ 2277905 h 2352677"/>
              <a:gd name="connsiteX1" fmla="*/ 536036 w 1113237"/>
              <a:gd name="connsiteY1" fmla="*/ 2130253 h 2352677"/>
              <a:gd name="connsiteX2" fmla="*/ 177858 w 1113237"/>
              <a:gd name="connsiteY2" fmla="*/ 1823079 h 2352677"/>
              <a:gd name="connsiteX3" fmla="*/ 46701 w 1113237"/>
              <a:gd name="connsiteY3" fmla="*/ 419348 h 2352677"/>
              <a:gd name="connsiteX4" fmla="*/ 780666 w 1113237"/>
              <a:gd name="connsiteY4" fmla="*/ 0 h 2352677"/>
              <a:gd name="connsiteX0" fmla="*/ 1113237 w 1113237"/>
              <a:gd name="connsiteY0" fmla="*/ 2277905 h 2277905"/>
              <a:gd name="connsiteX1" fmla="*/ 177858 w 1113237"/>
              <a:gd name="connsiteY1" fmla="*/ 1823079 h 2277905"/>
              <a:gd name="connsiteX2" fmla="*/ 46701 w 1113237"/>
              <a:gd name="connsiteY2" fmla="*/ 419348 h 2277905"/>
              <a:gd name="connsiteX3" fmla="*/ 780666 w 1113237"/>
              <a:gd name="connsiteY3" fmla="*/ 0 h 2277905"/>
              <a:gd name="connsiteX0" fmla="*/ 1339630 w 1339630"/>
              <a:gd name="connsiteY0" fmla="*/ 2313148 h 2313148"/>
              <a:gd name="connsiteX1" fmla="*/ 203421 w 1339630"/>
              <a:gd name="connsiteY1" fmla="*/ 1823079 h 2313148"/>
              <a:gd name="connsiteX2" fmla="*/ 72264 w 1339630"/>
              <a:gd name="connsiteY2" fmla="*/ 419348 h 2313148"/>
              <a:gd name="connsiteX3" fmla="*/ 806229 w 1339630"/>
              <a:gd name="connsiteY3" fmla="*/ 0 h 2313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39630" h="2313148">
                <a:moveTo>
                  <a:pt x="1339630" y="2313148"/>
                </a:moveTo>
                <a:cubicBezTo>
                  <a:pt x="1144759" y="2218393"/>
                  <a:pt x="414649" y="2138712"/>
                  <a:pt x="203421" y="1823079"/>
                </a:cubicBezTo>
                <a:cubicBezTo>
                  <a:pt x="-7807" y="1507446"/>
                  <a:pt x="-59816" y="758438"/>
                  <a:pt x="72264" y="419348"/>
                </a:cubicBezTo>
                <a:cubicBezTo>
                  <a:pt x="204344" y="80258"/>
                  <a:pt x="477393" y="123832"/>
                  <a:pt x="806229" y="0"/>
                </a:cubicBezTo>
              </a:path>
            </a:pathLst>
          </a:custGeom>
          <a:noFill/>
          <a:ln w="25400">
            <a:solidFill>
              <a:schemeClr val="accent1"/>
            </a:solidFill>
            <a:headEnd type="triangle"/>
            <a:tailEnd type="non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50EE3E-52F9-FFA5-AAEA-E8177B0CB143}"/>
              </a:ext>
            </a:extLst>
          </p:cNvPr>
          <p:cNvSpPr txBox="1"/>
          <p:nvPr/>
        </p:nvSpPr>
        <p:spPr>
          <a:xfrm>
            <a:off x="8221980" y="740544"/>
            <a:ext cx="35509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fine grained maze structure is pretty dense.  Not complex really, but just dense.</a:t>
            </a:r>
          </a:p>
          <a:p>
            <a:endParaRPr lang="en-US" dirty="0"/>
          </a:p>
          <a:p>
            <a:r>
              <a:rPr lang="en-US" dirty="0"/>
              <a:t>But we can see that among the dense back and forth, some points are more interesting.</a:t>
            </a:r>
          </a:p>
        </p:txBody>
      </p:sp>
    </p:spTree>
    <p:extLst>
      <p:ext uri="{BB962C8B-B14F-4D97-AF65-F5344CB8AC3E}">
        <p14:creationId xmlns:p14="http://schemas.microsoft.com/office/powerpoint/2010/main" val="25445178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258F32-09AF-C5DF-25B2-1A4092728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Clicker time!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8BBA30C-D1B8-F171-2F33-6B74277324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2347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>
            <a:extLst>
              <a:ext uri="{FF2B5EF4-FFF2-40B4-BE49-F238E27FC236}">
                <a16:creationId xmlns:a16="http://schemas.microsoft.com/office/drawing/2014/main" id="{F30A9426-E6DB-1A6F-6C66-5B0A7CB5136A}"/>
              </a:ext>
            </a:extLst>
          </p:cNvPr>
          <p:cNvSpPr/>
          <p:nvPr/>
        </p:nvSpPr>
        <p:spPr>
          <a:xfrm>
            <a:off x="3125775" y="1331817"/>
            <a:ext cx="155643" cy="1556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26B8032-B6ED-CB5C-3B50-7E25424ADDE3}"/>
              </a:ext>
            </a:extLst>
          </p:cNvPr>
          <p:cNvSpPr/>
          <p:nvPr/>
        </p:nvSpPr>
        <p:spPr>
          <a:xfrm>
            <a:off x="3975781" y="1331817"/>
            <a:ext cx="155643" cy="1556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98E6452-F894-3A97-701C-13AD4F5BED8C}"/>
              </a:ext>
            </a:extLst>
          </p:cNvPr>
          <p:cNvSpPr/>
          <p:nvPr/>
        </p:nvSpPr>
        <p:spPr>
          <a:xfrm>
            <a:off x="5250789" y="1331817"/>
            <a:ext cx="155643" cy="1556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9663669-5AA9-FAEB-517F-47D44B1643A7}"/>
              </a:ext>
            </a:extLst>
          </p:cNvPr>
          <p:cNvSpPr/>
          <p:nvPr/>
        </p:nvSpPr>
        <p:spPr>
          <a:xfrm>
            <a:off x="3975781" y="2194701"/>
            <a:ext cx="155643" cy="1556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A62581B-3AE0-A502-F508-C9C413645872}"/>
              </a:ext>
            </a:extLst>
          </p:cNvPr>
          <p:cNvSpPr/>
          <p:nvPr/>
        </p:nvSpPr>
        <p:spPr>
          <a:xfrm>
            <a:off x="4400783" y="3469709"/>
            <a:ext cx="155643" cy="1556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9BAB208C-9096-DAF0-31A0-C3A52C6018AD}"/>
              </a:ext>
            </a:extLst>
          </p:cNvPr>
          <p:cNvSpPr/>
          <p:nvPr/>
        </p:nvSpPr>
        <p:spPr>
          <a:xfrm>
            <a:off x="4400783" y="4313275"/>
            <a:ext cx="155643" cy="1556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82E9B4B-D8E2-C74E-A32A-2FECEFB76431}"/>
              </a:ext>
            </a:extLst>
          </p:cNvPr>
          <p:cNvCxnSpPr>
            <a:stCxn id="7" idx="6"/>
            <a:endCxn id="8" idx="2"/>
          </p:cNvCxnSpPr>
          <p:nvPr/>
        </p:nvCxnSpPr>
        <p:spPr>
          <a:xfrm>
            <a:off x="4131424" y="1409639"/>
            <a:ext cx="1119365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76B710B3-EEC5-1674-22DB-F762A0C2E0D0}"/>
              </a:ext>
            </a:extLst>
          </p:cNvPr>
          <p:cNvSpPr/>
          <p:nvPr/>
        </p:nvSpPr>
        <p:spPr>
          <a:xfrm>
            <a:off x="5245399" y="2604357"/>
            <a:ext cx="155643" cy="1556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3DCAD48-FCA0-AD90-3019-C4E920EBB5F4}"/>
              </a:ext>
            </a:extLst>
          </p:cNvPr>
          <p:cNvCxnSpPr>
            <a:cxnSpLocks/>
            <a:stCxn id="8" idx="4"/>
            <a:endCxn id="27" idx="0"/>
          </p:cNvCxnSpPr>
          <p:nvPr/>
        </p:nvCxnSpPr>
        <p:spPr>
          <a:xfrm flipH="1">
            <a:off x="5323221" y="1487460"/>
            <a:ext cx="5390" cy="1116897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3ECDC39-E38D-9FF6-6E12-3CF2B4C9ED08}"/>
              </a:ext>
            </a:extLst>
          </p:cNvPr>
          <p:cNvCxnSpPr>
            <a:cxnSpLocks/>
            <a:endCxn id="19" idx="0"/>
          </p:cNvCxnSpPr>
          <p:nvPr/>
        </p:nvCxnSpPr>
        <p:spPr>
          <a:xfrm>
            <a:off x="4053602" y="1487460"/>
            <a:ext cx="1" cy="707241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F837706-A6D1-B25B-0EC7-3A51F08186D1}"/>
              </a:ext>
            </a:extLst>
          </p:cNvPr>
          <p:cNvCxnSpPr>
            <a:cxnSpLocks/>
            <a:stCxn id="19" idx="4"/>
            <a:endCxn id="20" idx="0"/>
          </p:cNvCxnSpPr>
          <p:nvPr/>
        </p:nvCxnSpPr>
        <p:spPr>
          <a:xfrm>
            <a:off x="4053603" y="2350344"/>
            <a:ext cx="425002" cy="1119365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E00597A-3FA5-0650-2997-97297B033186}"/>
              </a:ext>
            </a:extLst>
          </p:cNvPr>
          <p:cNvCxnSpPr>
            <a:cxnSpLocks/>
            <a:endCxn id="21" idx="0"/>
          </p:cNvCxnSpPr>
          <p:nvPr/>
        </p:nvCxnSpPr>
        <p:spPr>
          <a:xfrm>
            <a:off x="4475911" y="3625352"/>
            <a:ext cx="2694" cy="687923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357AB64-B843-1610-2960-FF5627CF166F}"/>
              </a:ext>
            </a:extLst>
          </p:cNvPr>
          <p:cNvCxnSpPr>
            <a:cxnSpLocks/>
            <a:stCxn id="6" idx="6"/>
            <a:endCxn id="7" idx="2"/>
          </p:cNvCxnSpPr>
          <p:nvPr/>
        </p:nvCxnSpPr>
        <p:spPr>
          <a:xfrm>
            <a:off x="3281418" y="1409639"/>
            <a:ext cx="694363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Freeform 45">
            <a:extLst>
              <a:ext uri="{FF2B5EF4-FFF2-40B4-BE49-F238E27FC236}">
                <a16:creationId xmlns:a16="http://schemas.microsoft.com/office/drawing/2014/main" id="{58244042-3C80-E616-54C6-C49217C8DFCA}"/>
              </a:ext>
            </a:extLst>
          </p:cNvPr>
          <p:cNvSpPr/>
          <p:nvPr/>
        </p:nvSpPr>
        <p:spPr>
          <a:xfrm>
            <a:off x="4579618" y="3592308"/>
            <a:ext cx="633889" cy="790285"/>
          </a:xfrm>
          <a:custGeom>
            <a:avLst/>
            <a:gdLst>
              <a:gd name="connsiteX0" fmla="*/ 102368 w 1127637"/>
              <a:gd name="connsiteY0" fmla="*/ 133495 h 1152600"/>
              <a:gd name="connsiteX1" fmla="*/ 864368 w 1127637"/>
              <a:gd name="connsiteY1" fmla="*/ 80155 h 1152600"/>
              <a:gd name="connsiteX2" fmla="*/ 1085348 w 1127637"/>
              <a:gd name="connsiteY2" fmla="*/ 1078375 h 1152600"/>
              <a:gd name="connsiteX3" fmla="*/ 102368 w 1127637"/>
              <a:gd name="connsiteY3" fmla="*/ 1078375 h 1152600"/>
              <a:gd name="connsiteX4" fmla="*/ 79508 w 1127637"/>
              <a:gd name="connsiteY4" fmla="*/ 1070755 h 1152600"/>
              <a:gd name="connsiteX0" fmla="*/ 87128 w 1127957"/>
              <a:gd name="connsiteY0" fmla="*/ 41412 h 1314539"/>
              <a:gd name="connsiteX1" fmla="*/ 864368 w 1127957"/>
              <a:gd name="connsiteY1" fmla="*/ 242094 h 1314539"/>
              <a:gd name="connsiteX2" fmla="*/ 1085348 w 1127957"/>
              <a:gd name="connsiteY2" fmla="*/ 1240314 h 1314539"/>
              <a:gd name="connsiteX3" fmla="*/ 102368 w 1127957"/>
              <a:gd name="connsiteY3" fmla="*/ 1240314 h 1314539"/>
              <a:gd name="connsiteX4" fmla="*/ 79508 w 1127957"/>
              <a:gd name="connsiteY4" fmla="*/ 1232694 h 1314539"/>
              <a:gd name="connsiteX0" fmla="*/ 87128 w 1127957"/>
              <a:gd name="connsiteY0" fmla="*/ 0 h 1273127"/>
              <a:gd name="connsiteX1" fmla="*/ 864368 w 1127957"/>
              <a:gd name="connsiteY1" fmla="*/ 200682 h 1273127"/>
              <a:gd name="connsiteX2" fmla="*/ 1085348 w 1127957"/>
              <a:gd name="connsiteY2" fmla="*/ 1198902 h 1273127"/>
              <a:gd name="connsiteX3" fmla="*/ 102368 w 1127957"/>
              <a:gd name="connsiteY3" fmla="*/ 1198902 h 1273127"/>
              <a:gd name="connsiteX4" fmla="*/ 79508 w 1127957"/>
              <a:gd name="connsiteY4" fmla="*/ 1191282 h 1273127"/>
              <a:gd name="connsiteX0" fmla="*/ 87128 w 1113612"/>
              <a:gd name="connsiteY0" fmla="*/ 0 h 1260100"/>
              <a:gd name="connsiteX1" fmla="*/ 780548 w 1113612"/>
              <a:gd name="connsiteY1" fmla="*/ 376543 h 1260100"/>
              <a:gd name="connsiteX2" fmla="*/ 1085348 w 1113612"/>
              <a:gd name="connsiteY2" fmla="*/ 1198902 h 1260100"/>
              <a:gd name="connsiteX3" fmla="*/ 102368 w 1113612"/>
              <a:gd name="connsiteY3" fmla="*/ 1198902 h 1260100"/>
              <a:gd name="connsiteX4" fmla="*/ 79508 w 1113612"/>
              <a:gd name="connsiteY4" fmla="*/ 1191282 h 1260100"/>
              <a:gd name="connsiteX0" fmla="*/ 87128 w 831715"/>
              <a:gd name="connsiteY0" fmla="*/ 0 h 1198912"/>
              <a:gd name="connsiteX1" fmla="*/ 780548 w 831715"/>
              <a:gd name="connsiteY1" fmla="*/ 376543 h 1198912"/>
              <a:gd name="connsiteX2" fmla="*/ 704348 w 831715"/>
              <a:gd name="connsiteY2" fmla="*/ 944881 h 1198912"/>
              <a:gd name="connsiteX3" fmla="*/ 102368 w 831715"/>
              <a:gd name="connsiteY3" fmla="*/ 1198902 h 1198912"/>
              <a:gd name="connsiteX4" fmla="*/ 79508 w 831715"/>
              <a:gd name="connsiteY4" fmla="*/ 1191282 h 1198912"/>
              <a:gd name="connsiteX0" fmla="*/ 0 w 744587"/>
              <a:gd name="connsiteY0" fmla="*/ 0 h 1198912"/>
              <a:gd name="connsiteX1" fmla="*/ 693420 w 744587"/>
              <a:gd name="connsiteY1" fmla="*/ 376543 h 1198912"/>
              <a:gd name="connsiteX2" fmla="*/ 617220 w 744587"/>
              <a:gd name="connsiteY2" fmla="*/ 944881 h 1198912"/>
              <a:gd name="connsiteX3" fmla="*/ 15240 w 744587"/>
              <a:gd name="connsiteY3" fmla="*/ 1198902 h 1198912"/>
              <a:gd name="connsiteX0" fmla="*/ 0 w 744587"/>
              <a:gd name="connsiteY0" fmla="*/ 0 h 1198902"/>
              <a:gd name="connsiteX1" fmla="*/ 693420 w 744587"/>
              <a:gd name="connsiteY1" fmla="*/ 376543 h 1198902"/>
              <a:gd name="connsiteX2" fmla="*/ 617220 w 744587"/>
              <a:gd name="connsiteY2" fmla="*/ 944881 h 1198902"/>
              <a:gd name="connsiteX3" fmla="*/ 15240 w 744587"/>
              <a:gd name="connsiteY3" fmla="*/ 1198902 h 1198902"/>
              <a:gd name="connsiteX0" fmla="*/ 0 w 744587"/>
              <a:gd name="connsiteY0" fmla="*/ 0 h 1091431"/>
              <a:gd name="connsiteX1" fmla="*/ 693420 w 744587"/>
              <a:gd name="connsiteY1" fmla="*/ 376543 h 1091431"/>
              <a:gd name="connsiteX2" fmla="*/ 617220 w 744587"/>
              <a:gd name="connsiteY2" fmla="*/ 944881 h 1091431"/>
              <a:gd name="connsiteX3" fmla="*/ 15240 w 744587"/>
              <a:gd name="connsiteY3" fmla="*/ 1091431 h 1091431"/>
              <a:gd name="connsiteX0" fmla="*/ 0 w 730726"/>
              <a:gd name="connsiteY0" fmla="*/ 0 h 1091431"/>
              <a:gd name="connsiteX1" fmla="*/ 693420 w 730726"/>
              <a:gd name="connsiteY1" fmla="*/ 376543 h 1091431"/>
              <a:gd name="connsiteX2" fmla="*/ 571500 w 730726"/>
              <a:gd name="connsiteY2" fmla="*/ 856951 h 1091431"/>
              <a:gd name="connsiteX3" fmla="*/ 15240 w 730726"/>
              <a:gd name="connsiteY3" fmla="*/ 1091431 h 1091431"/>
              <a:gd name="connsiteX0" fmla="*/ 0 w 641988"/>
              <a:gd name="connsiteY0" fmla="*/ 0 h 1091431"/>
              <a:gd name="connsiteX1" fmla="*/ 571500 w 641988"/>
              <a:gd name="connsiteY1" fmla="*/ 396083 h 1091431"/>
              <a:gd name="connsiteX2" fmla="*/ 571500 w 641988"/>
              <a:gd name="connsiteY2" fmla="*/ 856951 h 1091431"/>
              <a:gd name="connsiteX3" fmla="*/ 15240 w 641988"/>
              <a:gd name="connsiteY3" fmla="*/ 1091431 h 1091431"/>
              <a:gd name="connsiteX0" fmla="*/ 0 w 633889"/>
              <a:gd name="connsiteY0" fmla="*/ 0 h 1013271"/>
              <a:gd name="connsiteX1" fmla="*/ 563880 w 633889"/>
              <a:gd name="connsiteY1" fmla="*/ 317923 h 1013271"/>
              <a:gd name="connsiteX2" fmla="*/ 563880 w 633889"/>
              <a:gd name="connsiteY2" fmla="*/ 778791 h 1013271"/>
              <a:gd name="connsiteX3" fmla="*/ 7620 w 633889"/>
              <a:gd name="connsiteY3" fmla="*/ 1013271 h 1013271"/>
              <a:gd name="connsiteX0" fmla="*/ 0 w 633889"/>
              <a:gd name="connsiteY0" fmla="*/ 0 h 1013271"/>
              <a:gd name="connsiteX1" fmla="*/ 563880 w 633889"/>
              <a:gd name="connsiteY1" fmla="*/ 317923 h 1013271"/>
              <a:gd name="connsiteX2" fmla="*/ 563880 w 633889"/>
              <a:gd name="connsiteY2" fmla="*/ 778791 h 1013271"/>
              <a:gd name="connsiteX3" fmla="*/ 7620 w 633889"/>
              <a:gd name="connsiteY3" fmla="*/ 1013271 h 10132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3889" h="1013271">
                <a:moveTo>
                  <a:pt x="0" y="0"/>
                </a:moveTo>
                <a:cubicBezTo>
                  <a:pt x="337185" y="99761"/>
                  <a:pt x="469900" y="188125"/>
                  <a:pt x="563880" y="317923"/>
                </a:cubicBezTo>
                <a:cubicBezTo>
                  <a:pt x="657860" y="447721"/>
                  <a:pt x="656590" y="662900"/>
                  <a:pt x="563880" y="778791"/>
                </a:cubicBezTo>
                <a:cubicBezTo>
                  <a:pt x="471170" y="894682"/>
                  <a:pt x="281940" y="936381"/>
                  <a:pt x="7620" y="1013271"/>
                </a:cubicBezTo>
              </a:path>
            </a:pathLst>
          </a:custGeom>
          <a:noFill/>
          <a:ln w="25400">
            <a:solidFill>
              <a:schemeClr val="accent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Freeform 46">
            <a:extLst>
              <a:ext uri="{FF2B5EF4-FFF2-40B4-BE49-F238E27FC236}">
                <a16:creationId xmlns:a16="http://schemas.microsoft.com/office/drawing/2014/main" id="{9D183787-D0F8-4B32-8810-1948EC407F8C}"/>
              </a:ext>
            </a:extLst>
          </p:cNvPr>
          <p:cNvSpPr/>
          <p:nvPr/>
        </p:nvSpPr>
        <p:spPr>
          <a:xfrm>
            <a:off x="4568619" y="3543304"/>
            <a:ext cx="1028051" cy="936250"/>
          </a:xfrm>
          <a:custGeom>
            <a:avLst/>
            <a:gdLst>
              <a:gd name="connsiteX0" fmla="*/ 102368 w 1127637"/>
              <a:gd name="connsiteY0" fmla="*/ 133495 h 1152600"/>
              <a:gd name="connsiteX1" fmla="*/ 864368 w 1127637"/>
              <a:gd name="connsiteY1" fmla="*/ 80155 h 1152600"/>
              <a:gd name="connsiteX2" fmla="*/ 1085348 w 1127637"/>
              <a:gd name="connsiteY2" fmla="*/ 1078375 h 1152600"/>
              <a:gd name="connsiteX3" fmla="*/ 102368 w 1127637"/>
              <a:gd name="connsiteY3" fmla="*/ 1078375 h 1152600"/>
              <a:gd name="connsiteX4" fmla="*/ 79508 w 1127637"/>
              <a:gd name="connsiteY4" fmla="*/ 1070755 h 1152600"/>
              <a:gd name="connsiteX0" fmla="*/ 87128 w 1127957"/>
              <a:gd name="connsiteY0" fmla="*/ 41412 h 1314539"/>
              <a:gd name="connsiteX1" fmla="*/ 864368 w 1127957"/>
              <a:gd name="connsiteY1" fmla="*/ 242094 h 1314539"/>
              <a:gd name="connsiteX2" fmla="*/ 1085348 w 1127957"/>
              <a:gd name="connsiteY2" fmla="*/ 1240314 h 1314539"/>
              <a:gd name="connsiteX3" fmla="*/ 102368 w 1127957"/>
              <a:gd name="connsiteY3" fmla="*/ 1240314 h 1314539"/>
              <a:gd name="connsiteX4" fmla="*/ 79508 w 1127957"/>
              <a:gd name="connsiteY4" fmla="*/ 1232694 h 1314539"/>
              <a:gd name="connsiteX0" fmla="*/ 87128 w 1127957"/>
              <a:gd name="connsiteY0" fmla="*/ 0 h 1273127"/>
              <a:gd name="connsiteX1" fmla="*/ 864368 w 1127957"/>
              <a:gd name="connsiteY1" fmla="*/ 200682 h 1273127"/>
              <a:gd name="connsiteX2" fmla="*/ 1085348 w 1127957"/>
              <a:gd name="connsiteY2" fmla="*/ 1198902 h 1273127"/>
              <a:gd name="connsiteX3" fmla="*/ 102368 w 1127957"/>
              <a:gd name="connsiteY3" fmla="*/ 1198902 h 1273127"/>
              <a:gd name="connsiteX4" fmla="*/ 79508 w 1127957"/>
              <a:gd name="connsiteY4" fmla="*/ 1191282 h 1273127"/>
              <a:gd name="connsiteX0" fmla="*/ 87128 w 1113612"/>
              <a:gd name="connsiteY0" fmla="*/ 0 h 1260100"/>
              <a:gd name="connsiteX1" fmla="*/ 780548 w 1113612"/>
              <a:gd name="connsiteY1" fmla="*/ 376543 h 1260100"/>
              <a:gd name="connsiteX2" fmla="*/ 1085348 w 1113612"/>
              <a:gd name="connsiteY2" fmla="*/ 1198902 h 1260100"/>
              <a:gd name="connsiteX3" fmla="*/ 102368 w 1113612"/>
              <a:gd name="connsiteY3" fmla="*/ 1198902 h 1260100"/>
              <a:gd name="connsiteX4" fmla="*/ 79508 w 1113612"/>
              <a:gd name="connsiteY4" fmla="*/ 1191282 h 1260100"/>
              <a:gd name="connsiteX0" fmla="*/ 87128 w 831715"/>
              <a:gd name="connsiteY0" fmla="*/ 0 h 1198912"/>
              <a:gd name="connsiteX1" fmla="*/ 780548 w 831715"/>
              <a:gd name="connsiteY1" fmla="*/ 376543 h 1198912"/>
              <a:gd name="connsiteX2" fmla="*/ 704348 w 831715"/>
              <a:gd name="connsiteY2" fmla="*/ 944881 h 1198912"/>
              <a:gd name="connsiteX3" fmla="*/ 102368 w 831715"/>
              <a:gd name="connsiteY3" fmla="*/ 1198902 h 1198912"/>
              <a:gd name="connsiteX4" fmla="*/ 79508 w 831715"/>
              <a:gd name="connsiteY4" fmla="*/ 1191282 h 1198912"/>
              <a:gd name="connsiteX0" fmla="*/ 0 w 744587"/>
              <a:gd name="connsiteY0" fmla="*/ 0 h 1198912"/>
              <a:gd name="connsiteX1" fmla="*/ 693420 w 744587"/>
              <a:gd name="connsiteY1" fmla="*/ 376543 h 1198912"/>
              <a:gd name="connsiteX2" fmla="*/ 617220 w 744587"/>
              <a:gd name="connsiteY2" fmla="*/ 944881 h 1198912"/>
              <a:gd name="connsiteX3" fmla="*/ 15240 w 744587"/>
              <a:gd name="connsiteY3" fmla="*/ 1198902 h 1198912"/>
              <a:gd name="connsiteX0" fmla="*/ 0 w 744587"/>
              <a:gd name="connsiteY0" fmla="*/ 0 h 1198902"/>
              <a:gd name="connsiteX1" fmla="*/ 693420 w 744587"/>
              <a:gd name="connsiteY1" fmla="*/ 376543 h 1198902"/>
              <a:gd name="connsiteX2" fmla="*/ 617220 w 744587"/>
              <a:gd name="connsiteY2" fmla="*/ 944881 h 1198902"/>
              <a:gd name="connsiteX3" fmla="*/ 15240 w 744587"/>
              <a:gd name="connsiteY3" fmla="*/ 1198902 h 1198902"/>
              <a:gd name="connsiteX0" fmla="*/ 0 w 744587"/>
              <a:gd name="connsiteY0" fmla="*/ 0 h 1091431"/>
              <a:gd name="connsiteX1" fmla="*/ 693420 w 744587"/>
              <a:gd name="connsiteY1" fmla="*/ 376543 h 1091431"/>
              <a:gd name="connsiteX2" fmla="*/ 617220 w 744587"/>
              <a:gd name="connsiteY2" fmla="*/ 944881 h 1091431"/>
              <a:gd name="connsiteX3" fmla="*/ 15240 w 744587"/>
              <a:gd name="connsiteY3" fmla="*/ 1091431 h 1091431"/>
              <a:gd name="connsiteX0" fmla="*/ 0 w 730726"/>
              <a:gd name="connsiteY0" fmla="*/ 0 h 1091431"/>
              <a:gd name="connsiteX1" fmla="*/ 693420 w 730726"/>
              <a:gd name="connsiteY1" fmla="*/ 376543 h 1091431"/>
              <a:gd name="connsiteX2" fmla="*/ 571500 w 730726"/>
              <a:gd name="connsiteY2" fmla="*/ 856951 h 1091431"/>
              <a:gd name="connsiteX3" fmla="*/ 15240 w 730726"/>
              <a:gd name="connsiteY3" fmla="*/ 1091431 h 1091431"/>
              <a:gd name="connsiteX0" fmla="*/ 0 w 641988"/>
              <a:gd name="connsiteY0" fmla="*/ 0 h 1091431"/>
              <a:gd name="connsiteX1" fmla="*/ 571500 w 641988"/>
              <a:gd name="connsiteY1" fmla="*/ 396083 h 1091431"/>
              <a:gd name="connsiteX2" fmla="*/ 571500 w 641988"/>
              <a:gd name="connsiteY2" fmla="*/ 856951 h 1091431"/>
              <a:gd name="connsiteX3" fmla="*/ 15240 w 641988"/>
              <a:gd name="connsiteY3" fmla="*/ 1091431 h 1091431"/>
              <a:gd name="connsiteX0" fmla="*/ 0 w 633889"/>
              <a:gd name="connsiteY0" fmla="*/ 0 h 1013271"/>
              <a:gd name="connsiteX1" fmla="*/ 563880 w 633889"/>
              <a:gd name="connsiteY1" fmla="*/ 317923 h 1013271"/>
              <a:gd name="connsiteX2" fmla="*/ 563880 w 633889"/>
              <a:gd name="connsiteY2" fmla="*/ 778791 h 1013271"/>
              <a:gd name="connsiteX3" fmla="*/ 7620 w 633889"/>
              <a:gd name="connsiteY3" fmla="*/ 1013271 h 1013271"/>
              <a:gd name="connsiteX0" fmla="*/ 0 w 633889"/>
              <a:gd name="connsiteY0" fmla="*/ 0 h 1013271"/>
              <a:gd name="connsiteX1" fmla="*/ 563880 w 633889"/>
              <a:gd name="connsiteY1" fmla="*/ 317923 h 1013271"/>
              <a:gd name="connsiteX2" fmla="*/ 563880 w 633889"/>
              <a:gd name="connsiteY2" fmla="*/ 778791 h 1013271"/>
              <a:gd name="connsiteX3" fmla="*/ 7620 w 633889"/>
              <a:gd name="connsiteY3" fmla="*/ 1013271 h 1013271"/>
              <a:gd name="connsiteX0" fmla="*/ 0 w 633889"/>
              <a:gd name="connsiteY0" fmla="*/ 0 h 1013271"/>
              <a:gd name="connsiteX1" fmla="*/ 563880 w 633889"/>
              <a:gd name="connsiteY1" fmla="*/ 317923 h 1013271"/>
              <a:gd name="connsiteX2" fmla="*/ 563880 w 633889"/>
              <a:gd name="connsiteY2" fmla="*/ 778791 h 1013271"/>
              <a:gd name="connsiteX3" fmla="*/ 7620 w 633889"/>
              <a:gd name="connsiteY3" fmla="*/ 1013271 h 1013271"/>
              <a:gd name="connsiteX0" fmla="*/ 0 w 636731"/>
              <a:gd name="connsiteY0" fmla="*/ 0 h 1013271"/>
              <a:gd name="connsiteX1" fmla="*/ 568839 w 636731"/>
              <a:gd name="connsiteY1" fmla="*/ 185546 h 1013271"/>
              <a:gd name="connsiteX2" fmla="*/ 563880 w 636731"/>
              <a:gd name="connsiteY2" fmla="*/ 778791 h 1013271"/>
              <a:gd name="connsiteX3" fmla="*/ 7620 w 636731"/>
              <a:gd name="connsiteY3" fmla="*/ 1013271 h 1013271"/>
              <a:gd name="connsiteX0" fmla="*/ 0 w 626621"/>
              <a:gd name="connsiteY0" fmla="*/ 0 h 1013271"/>
              <a:gd name="connsiteX1" fmla="*/ 568839 w 626621"/>
              <a:gd name="connsiteY1" fmla="*/ 185546 h 1013271"/>
              <a:gd name="connsiteX2" fmla="*/ 544044 w 626621"/>
              <a:gd name="connsiteY2" fmla="*/ 853253 h 1013271"/>
              <a:gd name="connsiteX3" fmla="*/ 7620 w 626621"/>
              <a:gd name="connsiteY3" fmla="*/ 1013271 h 1013271"/>
              <a:gd name="connsiteX0" fmla="*/ 0 w 626621"/>
              <a:gd name="connsiteY0" fmla="*/ 0 h 1024825"/>
              <a:gd name="connsiteX1" fmla="*/ 568839 w 626621"/>
              <a:gd name="connsiteY1" fmla="*/ 185546 h 1024825"/>
              <a:gd name="connsiteX2" fmla="*/ 544044 w 626621"/>
              <a:gd name="connsiteY2" fmla="*/ 853253 h 1024825"/>
              <a:gd name="connsiteX3" fmla="*/ 7620 w 626621"/>
              <a:gd name="connsiteY3" fmla="*/ 1013271 h 1024825"/>
              <a:gd name="connsiteX0" fmla="*/ 0 w 669049"/>
              <a:gd name="connsiteY0" fmla="*/ 0 h 1016551"/>
              <a:gd name="connsiteX1" fmla="*/ 608511 w 669049"/>
              <a:gd name="connsiteY1" fmla="*/ 177272 h 1016551"/>
              <a:gd name="connsiteX2" fmla="*/ 583716 w 669049"/>
              <a:gd name="connsiteY2" fmla="*/ 844979 h 1016551"/>
              <a:gd name="connsiteX3" fmla="*/ 47292 w 669049"/>
              <a:gd name="connsiteY3" fmla="*/ 1004997 h 10165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69049" h="1016551">
                <a:moveTo>
                  <a:pt x="0" y="0"/>
                </a:moveTo>
                <a:cubicBezTo>
                  <a:pt x="357021" y="479"/>
                  <a:pt x="511225" y="36442"/>
                  <a:pt x="608511" y="177272"/>
                </a:cubicBezTo>
                <a:cubicBezTo>
                  <a:pt x="705797" y="318102"/>
                  <a:pt x="677252" y="707025"/>
                  <a:pt x="583716" y="844979"/>
                </a:cubicBezTo>
                <a:cubicBezTo>
                  <a:pt x="490180" y="982933"/>
                  <a:pt x="321612" y="1043937"/>
                  <a:pt x="47292" y="1004997"/>
                </a:cubicBezTo>
              </a:path>
            </a:pathLst>
          </a:custGeom>
          <a:noFill/>
          <a:ln w="25400">
            <a:solidFill>
              <a:schemeClr val="accent1"/>
            </a:solidFill>
            <a:headEnd type="triangle"/>
            <a:tailEnd type="non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9762CAC1-0818-0AC6-129F-B216BB498D91}"/>
              </a:ext>
            </a:extLst>
          </p:cNvPr>
          <p:cNvSpPr/>
          <p:nvPr/>
        </p:nvSpPr>
        <p:spPr>
          <a:xfrm>
            <a:off x="3090430" y="2100052"/>
            <a:ext cx="1390130" cy="2787617"/>
          </a:xfrm>
          <a:custGeom>
            <a:avLst/>
            <a:gdLst>
              <a:gd name="connsiteX0" fmla="*/ 1390130 w 1390130"/>
              <a:gd name="connsiteY0" fmla="*/ 2403368 h 2787617"/>
              <a:gd name="connsiteX1" fmla="*/ 1047230 w 1390130"/>
              <a:gd name="connsiteY1" fmla="*/ 2784368 h 2787617"/>
              <a:gd name="connsiteX2" fmla="*/ 64250 w 1390130"/>
              <a:gd name="connsiteY2" fmla="*/ 2212868 h 2787617"/>
              <a:gd name="connsiteX3" fmla="*/ 178550 w 1390130"/>
              <a:gd name="connsiteY3" fmla="*/ 201188 h 2787617"/>
              <a:gd name="connsiteX4" fmla="*/ 856730 w 1390130"/>
              <a:gd name="connsiteY4" fmla="*/ 178328 h 27876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90130" h="2787617">
                <a:moveTo>
                  <a:pt x="1390130" y="2403368"/>
                </a:moveTo>
                <a:cubicBezTo>
                  <a:pt x="1329170" y="2609743"/>
                  <a:pt x="1268210" y="2816118"/>
                  <a:pt x="1047230" y="2784368"/>
                </a:cubicBezTo>
                <a:cubicBezTo>
                  <a:pt x="826250" y="2752618"/>
                  <a:pt x="209030" y="2643398"/>
                  <a:pt x="64250" y="2212868"/>
                </a:cubicBezTo>
                <a:cubicBezTo>
                  <a:pt x="-80530" y="1782338"/>
                  <a:pt x="46470" y="540278"/>
                  <a:pt x="178550" y="201188"/>
                </a:cubicBezTo>
                <a:cubicBezTo>
                  <a:pt x="310630" y="-137902"/>
                  <a:pt x="583680" y="20213"/>
                  <a:pt x="856730" y="178328"/>
                </a:cubicBezTo>
              </a:path>
            </a:pathLst>
          </a:custGeom>
          <a:noFill/>
          <a:ln w="25400">
            <a:solidFill>
              <a:schemeClr val="accent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209A1FE-0D0C-C0CF-3483-023CF9D5B5DA}"/>
              </a:ext>
            </a:extLst>
          </p:cNvPr>
          <p:cNvCxnSpPr>
            <a:cxnSpLocks/>
            <a:endCxn id="55" idx="1"/>
          </p:cNvCxnSpPr>
          <p:nvPr/>
        </p:nvCxnSpPr>
        <p:spPr>
          <a:xfrm>
            <a:off x="5403189" y="1409638"/>
            <a:ext cx="1587039" cy="3793133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Oval 54">
            <a:extLst>
              <a:ext uri="{FF2B5EF4-FFF2-40B4-BE49-F238E27FC236}">
                <a16:creationId xmlns:a16="http://schemas.microsoft.com/office/drawing/2014/main" id="{4F9AAB08-5271-B08D-2878-A0BB37441076}"/>
              </a:ext>
            </a:extLst>
          </p:cNvPr>
          <p:cNvSpPr/>
          <p:nvPr/>
        </p:nvSpPr>
        <p:spPr>
          <a:xfrm>
            <a:off x="6967435" y="5179978"/>
            <a:ext cx="155643" cy="1556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 1">
            <a:extLst>
              <a:ext uri="{FF2B5EF4-FFF2-40B4-BE49-F238E27FC236}">
                <a16:creationId xmlns:a16="http://schemas.microsoft.com/office/drawing/2014/main" id="{AB8404CD-700D-2EB8-3E5F-5EA501ABE053}"/>
              </a:ext>
            </a:extLst>
          </p:cNvPr>
          <p:cNvSpPr/>
          <p:nvPr/>
        </p:nvSpPr>
        <p:spPr>
          <a:xfrm>
            <a:off x="3414480" y="2360958"/>
            <a:ext cx="914923" cy="2000507"/>
          </a:xfrm>
          <a:custGeom>
            <a:avLst/>
            <a:gdLst>
              <a:gd name="connsiteX0" fmla="*/ 1390130 w 1390130"/>
              <a:gd name="connsiteY0" fmla="*/ 2403368 h 2787617"/>
              <a:gd name="connsiteX1" fmla="*/ 1047230 w 1390130"/>
              <a:gd name="connsiteY1" fmla="*/ 2784368 h 2787617"/>
              <a:gd name="connsiteX2" fmla="*/ 64250 w 1390130"/>
              <a:gd name="connsiteY2" fmla="*/ 2212868 h 2787617"/>
              <a:gd name="connsiteX3" fmla="*/ 178550 w 1390130"/>
              <a:gd name="connsiteY3" fmla="*/ 201188 h 2787617"/>
              <a:gd name="connsiteX4" fmla="*/ 856730 w 1390130"/>
              <a:gd name="connsiteY4" fmla="*/ 178328 h 2787617"/>
              <a:gd name="connsiteX0" fmla="*/ 1390130 w 1390130"/>
              <a:gd name="connsiteY0" fmla="*/ 2426657 h 2810906"/>
              <a:gd name="connsiteX1" fmla="*/ 1047230 w 1390130"/>
              <a:gd name="connsiteY1" fmla="*/ 2807657 h 2810906"/>
              <a:gd name="connsiteX2" fmla="*/ 64250 w 1390130"/>
              <a:gd name="connsiteY2" fmla="*/ 2236157 h 2810906"/>
              <a:gd name="connsiteX3" fmla="*/ 178550 w 1390130"/>
              <a:gd name="connsiteY3" fmla="*/ 224477 h 2810906"/>
              <a:gd name="connsiteX4" fmla="*/ 1057559 w 1390130"/>
              <a:gd name="connsiteY4" fmla="*/ 148752 h 2810906"/>
              <a:gd name="connsiteX0" fmla="*/ 1390130 w 1390130"/>
              <a:gd name="connsiteY0" fmla="*/ 2345138 h 2729387"/>
              <a:gd name="connsiteX1" fmla="*/ 1047230 w 1390130"/>
              <a:gd name="connsiteY1" fmla="*/ 2726138 h 2729387"/>
              <a:gd name="connsiteX2" fmla="*/ 64250 w 1390130"/>
              <a:gd name="connsiteY2" fmla="*/ 2154638 h 2729387"/>
              <a:gd name="connsiteX3" fmla="*/ 178550 w 1390130"/>
              <a:gd name="connsiteY3" fmla="*/ 142958 h 2729387"/>
              <a:gd name="connsiteX4" fmla="*/ 1057559 w 1390130"/>
              <a:gd name="connsiteY4" fmla="*/ 67233 h 2729387"/>
              <a:gd name="connsiteX0" fmla="*/ 1358052 w 1358052"/>
              <a:gd name="connsiteY0" fmla="*/ 2277905 h 2662154"/>
              <a:gd name="connsiteX1" fmla="*/ 1015152 w 1358052"/>
              <a:gd name="connsiteY1" fmla="*/ 2658905 h 2662154"/>
              <a:gd name="connsiteX2" fmla="*/ 32172 w 1358052"/>
              <a:gd name="connsiteY2" fmla="*/ 2087405 h 2662154"/>
              <a:gd name="connsiteX3" fmla="*/ 291516 w 1358052"/>
              <a:gd name="connsiteY3" fmla="*/ 419348 h 2662154"/>
              <a:gd name="connsiteX4" fmla="*/ 1025481 w 1358052"/>
              <a:gd name="connsiteY4" fmla="*/ 0 h 2662154"/>
              <a:gd name="connsiteX0" fmla="*/ 1119395 w 1119395"/>
              <a:gd name="connsiteY0" fmla="*/ 2277905 h 2672762"/>
              <a:gd name="connsiteX1" fmla="*/ 776495 w 1119395"/>
              <a:gd name="connsiteY1" fmla="*/ 2658905 h 2672762"/>
              <a:gd name="connsiteX2" fmla="*/ 184016 w 1119395"/>
              <a:gd name="connsiteY2" fmla="*/ 1823079 h 2672762"/>
              <a:gd name="connsiteX3" fmla="*/ 52859 w 1119395"/>
              <a:gd name="connsiteY3" fmla="*/ 419348 h 2672762"/>
              <a:gd name="connsiteX4" fmla="*/ 786824 w 1119395"/>
              <a:gd name="connsiteY4" fmla="*/ 0 h 2672762"/>
              <a:gd name="connsiteX0" fmla="*/ 1113237 w 1113237"/>
              <a:gd name="connsiteY0" fmla="*/ 2277905 h 2352677"/>
              <a:gd name="connsiteX1" fmla="*/ 536036 w 1113237"/>
              <a:gd name="connsiteY1" fmla="*/ 2130253 h 2352677"/>
              <a:gd name="connsiteX2" fmla="*/ 177858 w 1113237"/>
              <a:gd name="connsiteY2" fmla="*/ 1823079 h 2352677"/>
              <a:gd name="connsiteX3" fmla="*/ 46701 w 1113237"/>
              <a:gd name="connsiteY3" fmla="*/ 419348 h 2352677"/>
              <a:gd name="connsiteX4" fmla="*/ 780666 w 1113237"/>
              <a:gd name="connsiteY4" fmla="*/ 0 h 2352677"/>
              <a:gd name="connsiteX0" fmla="*/ 1113237 w 1113237"/>
              <a:gd name="connsiteY0" fmla="*/ 2277905 h 2277905"/>
              <a:gd name="connsiteX1" fmla="*/ 177858 w 1113237"/>
              <a:gd name="connsiteY1" fmla="*/ 1823079 h 2277905"/>
              <a:gd name="connsiteX2" fmla="*/ 46701 w 1113237"/>
              <a:gd name="connsiteY2" fmla="*/ 419348 h 2277905"/>
              <a:gd name="connsiteX3" fmla="*/ 780666 w 1113237"/>
              <a:gd name="connsiteY3" fmla="*/ 0 h 2277905"/>
              <a:gd name="connsiteX0" fmla="*/ 1339630 w 1339630"/>
              <a:gd name="connsiteY0" fmla="*/ 2313148 h 2313148"/>
              <a:gd name="connsiteX1" fmla="*/ 203421 w 1339630"/>
              <a:gd name="connsiteY1" fmla="*/ 1823079 h 2313148"/>
              <a:gd name="connsiteX2" fmla="*/ 72264 w 1339630"/>
              <a:gd name="connsiteY2" fmla="*/ 419348 h 2313148"/>
              <a:gd name="connsiteX3" fmla="*/ 806229 w 1339630"/>
              <a:gd name="connsiteY3" fmla="*/ 0 h 2313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39630" h="2313148">
                <a:moveTo>
                  <a:pt x="1339630" y="2313148"/>
                </a:moveTo>
                <a:cubicBezTo>
                  <a:pt x="1144759" y="2218393"/>
                  <a:pt x="414649" y="2138712"/>
                  <a:pt x="203421" y="1823079"/>
                </a:cubicBezTo>
                <a:cubicBezTo>
                  <a:pt x="-7807" y="1507446"/>
                  <a:pt x="-59816" y="758438"/>
                  <a:pt x="72264" y="419348"/>
                </a:cubicBezTo>
                <a:cubicBezTo>
                  <a:pt x="204344" y="80258"/>
                  <a:pt x="477393" y="123832"/>
                  <a:pt x="806229" y="0"/>
                </a:cubicBezTo>
              </a:path>
            </a:pathLst>
          </a:custGeom>
          <a:noFill/>
          <a:ln w="25400">
            <a:solidFill>
              <a:schemeClr val="accent1"/>
            </a:solidFill>
            <a:headEnd type="triangle"/>
            <a:tailEnd type="non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50EE3E-52F9-FFA5-AAEA-E8177B0CB143}"/>
              </a:ext>
            </a:extLst>
          </p:cNvPr>
          <p:cNvSpPr txBox="1"/>
          <p:nvPr/>
        </p:nvSpPr>
        <p:spPr>
          <a:xfrm>
            <a:off x="7597140" y="298584"/>
            <a:ext cx="408432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solvable-no-revisits?</a:t>
            </a:r>
          </a:p>
          <a:p>
            <a:endParaRPr lang="en-US" dirty="0"/>
          </a:p>
          <a:p>
            <a:r>
              <a:rPr lang="en-US" dirty="0"/>
              <a:t>graph: yes </a:t>
            </a:r>
            <a:r>
              <a:rPr lang="en-US" dirty="0">
                <a:sym typeface="Wingdings" pitchFamily="2" charset="2"/>
              </a:rPr>
              <a:t> path or visited required</a:t>
            </a:r>
          </a:p>
          <a:p>
            <a:endParaRPr lang="en-US" dirty="0">
              <a:sym typeface="Wingdings" pitchFamily="2" charset="2"/>
            </a:endParaRPr>
          </a:p>
          <a:p>
            <a:r>
              <a:rPr lang="en-US" dirty="0">
                <a:sym typeface="Wingdings" pitchFamily="2" charset="2"/>
              </a:rPr>
              <a:t>…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1822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93EEF1B-DC02-306A-F482-CEEA7A6D7D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536896"/>
            <a:ext cx="7772400" cy="3784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28367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>
            <a:extLst>
              <a:ext uri="{FF2B5EF4-FFF2-40B4-BE49-F238E27FC236}">
                <a16:creationId xmlns:a16="http://schemas.microsoft.com/office/drawing/2014/main" id="{F30A9426-E6DB-1A6F-6C66-5B0A7CB5136A}"/>
              </a:ext>
            </a:extLst>
          </p:cNvPr>
          <p:cNvSpPr/>
          <p:nvPr/>
        </p:nvSpPr>
        <p:spPr>
          <a:xfrm>
            <a:off x="3125775" y="1331817"/>
            <a:ext cx="155643" cy="1556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26B8032-B6ED-CB5C-3B50-7E25424ADDE3}"/>
              </a:ext>
            </a:extLst>
          </p:cNvPr>
          <p:cNvSpPr/>
          <p:nvPr/>
        </p:nvSpPr>
        <p:spPr>
          <a:xfrm>
            <a:off x="3975781" y="1331817"/>
            <a:ext cx="155643" cy="1556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98E6452-F894-3A97-701C-13AD4F5BED8C}"/>
              </a:ext>
            </a:extLst>
          </p:cNvPr>
          <p:cNvSpPr/>
          <p:nvPr/>
        </p:nvSpPr>
        <p:spPr>
          <a:xfrm>
            <a:off x="5250789" y="1331817"/>
            <a:ext cx="155643" cy="1556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9663669-5AA9-FAEB-517F-47D44B1643A7}"/>
              </a:ext>
            </a:extLst>
          </p:cNvPr>
          <p:cNvSpPr/>
          <p:nvPr/>
        </p:nvSpPr>
        <p:spPr>
          <a:xfrm>
            <a:off x="3975781" y="2194701"/>
            <a:ext cx="155643" cy="1556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A62581B-3AE0-A502-F508-C9C413645872}"/>
              </a:ext>
            </a:extLst>
          </p:cNvPr>
          <p:cNvSpPr/>
          <p:nvPr/>
        </p:nvSpPr>
        <p:spPr>
          <a:xfrm>
            <a:off x="4400783" y="3469709"/>
            <a:ext cx="155643" cy="1556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9BAB208C-9096-DAF0-31A0-C3A52C6018AD}"/>
              </a:ext>
            </a:extLst>
          </p:cNvPr>
          <p:cNvSpPr/>
          <p:nvPr/>
        </p:nvSpPr>
        <p:spPr>
          <a:xfrm>
            <a:off x="4400783" y="4313275"/>
            <a:ext cx="155643" cy="1556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82E9B4B-D8E2-C74E-A32A-2FECEFB76431}"/>
              </a:ext>
            </a:extLst>
          </p:cNvPr>
          <p:cNvCxnSpPr>
            <a:stCxn id="7" idx="6"/>
            <a:endCxn id="8" idx="2"/>
          </p:cNvCxnSpPr>
          <p:nvPr/>
        </p:nvCxnSpPr>
        <p:spPr>
          <a:xfrm>
            <a:off x="4131424" y="1409639"/>
            <a:ext cx="1119365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76B710B3-EEC5-1674-22DB-F762A0C2E0D0}"/>
              </a:ext>
            </a:extLst>
          </p:cNvPr>
          <p:cNvSpPr/>
          <p:nvPr/>
        </p:nvSpPr>
        <p:spPr>
          <a:xfrm>
            <a:off x="5245399" y="2604357"/>
            <a:ext cx="155643" cy="1556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3DCAD48-FCA0-AD90-3019-C4E920EBB5F4}"/>
              </a:ext>
            </a:extLst>
          </p:cNvPr>
          <p:cNvCxnSpPr>
            <a:cxnSpLocks/>
            <a:stCxn id="8" idx="4"/>
            <a:endCxn id="27" idx="0"/>
          </p:cNvCxnSpPr>
          <p:nvPr/>
        </p:nvCxnSpPr>
        <p:spPr>
          <a:xfrm flipH="1">
            <a:off x="5323221" y="1487460"/>
            <a:ext cx="5390" cy="1116897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3ECDC39-E38D-9FF6-6E12-3CF2B4C9ED08}"/>
              </a:ext>
            </a:extLst>
          </p:cNvPr>
          <p:cNvCxnSpPr>
            <a:cxnSpLocks/>
            <a:endCxn id="19" idx="0"/>
          </p:cNvCxnSpPr>
          <p:nvPr/>
        </p:nvCxnSpPr>
        <p:spPr>
          <a:xfrm>
            <a:off x="4053602" y="1487460"/>
            <a:ext cx="1" cy="707241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F837706-A6D1-B25B-0EC7-3A51F08186D1}"/>
              </a:ext>
            </a:extLst>
          </p:cNvPr>
          <p:cNvCxnSpPr>
            <a:cxnSpLocks/>
            <a:stCxn id="19" idx="4"/>
            <a:endCxn id="20" idx="0"/>
          </p:cNvCxnSpPr>
          <p:nvPr/>
        </p:nvCxnSpPr>
        <p:spPr>
          <a:xfrm>
            <a:off x="4053603" y="2350344"/>
            <a:ext cx="425002" cy="1119365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E00597A-3FA5-0650-2997-97297B033186}"/>
              </a:ext>
            </a:extLst>
          </p:cNvPr>
          <p:cNvCxnSpPr>
            <a:cxnSpLocks/>
            <a:endCxn id="21" idx="0"/>
          </p:cNvCxnSpPr>
          <p:nvPr/>
        </p:nvCxnSpPr>
        <p:spPr>
          <a:xfrm>
            <a:off x="4475911" y="3625352"/>
            <a:ext cx="2694" cy="687923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357AB64-B843-1610-2960-FF5627CF166F}"/>
              </a:ext>
            </a:extLst>
          </p:cNvPr>
          <p:cNvCxnSpPr>
            <a:cxnSpLocks/>
            <a:stCxn id="6" idx="6"/>
            <a:endCxn id="7" idx="2"/>
          </p:cNvCxnSpPr>
          <p:nvPr/>
        </p:nvCxnSpPr>
        <p:spPr>
          <a:xfrm>
            <a:off x="3281418" y="1409639"/>
            <a:ext cx="694363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Freeform 45">
            <a:extLst>
              <a:ext uri="{FF2B5EF4-FFF2-40B4-BE49-F238E27FC236}">
                <a16:creationId xmlns:a16="http://schemas.microsoft.com/office/drawing/2014/main" id="{58244042-3C80-E616-54C6-C49217C8DFCA}"/>
              </a:ext>
            </a:extLst>
          </p:cNvPr>
          <p:cNvSpPr/>
          <p:nvPr/>
        </p:nvSpPr>
        <p:spPr>
          <a:xfrm>
            <a:off x="4579618" y="3592308"/>
            <a:ext cx="633889" cy="790285"/>
          </a:xfrm>
          <a:custGeom>
            <a:avLst/>
            <a:gdLst>
              <a:gd name="connsiteX0" fmla="*/ 102368 w 1127637"/>
              <a:gd name="connsiteY0" fmla="*/ 133495 h 1152600"/>
              <a:gd name="connsiteX1" fmla="*/ 864368 w 1127637"/>
              <a:gd name="connsiteY1" fmla="*/ 80155 h 1152600"/>
              <a:gd name="connsiteX2" fmla="*/ 1085348 w 1127637"/>
              <a:gd name="connsiteY2" fmla="*/ 1078375 h 1152600"/>
              <a:gd name="connsiteX3" fmla="*/ 102368 w 1127637"/>
              <a:gd name="connsiteY3" fmla="*/ 1078375 h 1152600"/>
              <a:gd name="connsiteX4" fmla="*/ 79508 w 1127637"/>
              <a:gd name="connsiteY4" fmla="*/ 1070755 h 1152600"/>
              <a:gd name="connsiteX0" fmla="*/ 87128 w 1127957"/>
              <a:gd name="connsiteY0" fmla="*/ 41412 h 1314539"/>
              <a:gd name="connsiteX1" fmla="*/ 864368 w 1127957"/>
              <a:gd name="connsiteY1" fmla="*/ 242094 h 1314539"/>
              <a:gd name="connsiteX2" fmla="*/ 1085348 w 1127957"/>
              <a:gd name="connsiteY2" fmla="*/ 1240314 h 1314539"/>
              <a:gd name="connsiteX3" fmla="*/ 102368 w 1127957"/>
              <a:gd name="connsiteY3" fmla="*/ 1240314 h 1314539"/>
              <a:gd name="connsiteX4" fmla="*/ 79508 w 1127957"/>
              <a:gd name="connsiteY4" fmla="*/ 1232694 h 1314539"/>
              <a:gd name="connsiteX0" fmla="*/ 87128 w 1127957"/>
              <a:gd name="connsiteY0" fmla="*/ 0 h 1273127"/>
              <a:gd name="connsiteX1" fmla="*/ 864368 w 1127957"/>
              <a:gd name="connsiteY1" fmla="*/ 200682 h 1273127"/>
              <a:gd name="connsiteX2" fmla="*/ 1085348 w 1127957"/>
              <a:gd name="connsiteY2" fmla="*/ 1198902 h 1273127"/>
              <a:gd name="connsiteX3" fmla="*/ 102368 w 1127957"/>
              <a:gd name="connsiteY3" fmla="*/ 1198902 h 1273127"/>
              <a:gd name="connsiteX4" fmla="*/ 79508 w 1127957"/>
              <a:gd name="connsiteY4" fmla="*/ 1191282 h 1273127"/>
              <a:gd name="connsiteX0" fmla="*/ 87128 w 1113612"/>
              <a:gd name="connsiteY0" fmla="*/ 0 h 1260100"/>
              <a:gd name="connsiteX1" fmla="*/ 780548 w 1113612"/>
              <a:gd name="connsiteY1" fmla="*/ 376543 h 1260100"/>
              <a:gd name="connsiteX2" fmla="*/ 1085348 w 1113612"/>
              <a:gd name="connsiteY2" fmla="*/ 1198902 h 1260100"/>
              <a:gd name="connsiteX3" fmla="*/ 102368 w 1113612"/>
              <a:gd name="connsiteY3" fmla="*/ 1198902 h 1260100"/>
              <a:gd name="connsiteX4" fmla="*/ 79508 w 1113612"/>
              <a:gd name="connsiteY4" fmla="*/ 1191282 h 1260100"/>
              <a:gd name="connsiteX0" fmla="*/ 87128 w 831715"/>
              <a:gd name="connsiteY0" fmla="*/ 0 h 1198912"/>
              <a:gd name="connsiteX1" fmla="*/ 780548 w 831715"/>
              <a:gd name="connsiteY1" fmla="*/ 376543 h 1198912"/>
              <a:gd name="connsiteX2" fmla="*/ 704348 w 831715"/>
              <a:gd name="connsiteY2" fmla="*/ 944881 h 1198912"/>
              <a:gd name="connsiteX3" fmla="*/ 102368 w 831715"/>
              <a:gd name="connsiteY3" fmla="*/ 1198902 h 1198912"/>
              <a:gd name="connsiteX4" fmla="*/ 79508 w 831715"/>
              <a:gd name="connsiteY4" fmla="*/ 1191282 h 1198912"/>
              <a:gd name="connsiteX0" fmla="*/ 0 w 744587"/>
              <a:gd name="connsiteY0" fmla="*/ 0 h 1198912"/>
              <a:gd name="connsiteX1" fmla="*/ 693420 w 744587"/>
              <a:gd name="connsiteY1" fmla="*/ 376543 h 1198912"/>
              <a:gd name="connsiteX2" fmla="*/ 617220 w 744587"/>
              <a:gd name="connsiteY2" fmla="*/ 944881 h 1198912"/>
              <a:gd name="connsiteX3" fmla="*/ 15240 w 744587"/>
              <a:gd name="connsiteY3" fmla="*/ 1198902 h 1198912"/>
              <a:gd name="connsiteX0" fmla="*/ 0 w 744587"/>
              <a:gd name="connsiteY0" fmla="*/ 0 h 1198902"/>
              <a:gd name="connsiteX1" fmla="*/ 693420 w 744587"/>
              <a:gd name="connsiteY1" fmla="*/ 376543 h 1198902"/>
              <a:gd name="connsiteX2" fmla="*/ 617220 w 744587"/>
              <a:gd name="connsiteY2" fmla="*/ 944881 h 1198902"/>
              <a:gd name="connsiteX3" fmla="*/ 15240 w 744587"/>
              <a:gd name="connsiteY3" fmla="*/ 1198902 h 1198902"/>
              <a:gd name="connsiteX0" fmla="*/ 0 w 744587"/>
              <a:gd name="connsiteY0" fmla="*/ 0 h 1091431"/>
              <a:gd name="connsiteX1" fmla="*/ 693420 w 744587"/>
              <a:gd name="connsiteY1" fmla="*/ 376543 h 1091431"/>
              <a:gd name="connsiteX2" fmla="*/ 617220 w 744587"/>
              <a:gd name="connsiteY2" fmla="*/ 944881 h 1091431"/>
              <a:gd name="connsiteX3" fmla="*/ 15240 w 744587"/>
              <a:gd name="connsiteY3" fmla="*/ 1091431 h 1091431"/>
              <a:gd name="connsiteX0" fmla="*/ 0 w 730726"/>
              <a:gd name="connsiteY0" fmla="*/ 0 h 1091431"/>
              <a:gd name="connsiteX1" fmla="*/ 693420 w 730726"/>
              <a:gd name="connsiteY1" fmla="*/ 376543 h 1091431"/>
              <a:gd name="connsiteX2" fmla="*/ 571500 w 730726"/>
              <a:gd name="connsiteY2" fmla="*/ 856951 h 1091431"/>
              <a:gd name="connsiteX3" fmla="*/ 15240 w 730726"/>
              <a:gd name="connsiteY3" fmla="*/ 1091431 h 1091431"/>
              <a:gd name="connsiteX0" fmla="*/ 0 w 641988"/>
              <a:gd name="connsiteY0" fmla="*/ 0 h 1091431"/>
              <a:gd name="connsiteX1" fmla="*/ 571500 w 641988"/>
              <a:gd name="connsiteY1" fmla="*/ 396083 h 1091431"/>
              <a:gd name="connsiteX2" fmla="*/ 571500 w 641988"/>
              <a:gd name="connsiteY2" fmla="*/ 856951 h 1091431"/>
              <a:gd name="connsiteX3" fmla="*/ 15240 w 641988"/>
              <a:gd name="connsiteY3" fmla="*/ 1091431 h 1091431"/>
              <a:gd name="connsiteX0" fmla="*/ 0 w 633889"/>
              <a:gd name="connsiteY0" fmla="*/ 0 h 1013271"/>
              <a:gd name="connsiteX1" fmla="*/ 563880 w 633889"/>
              <a:gd name="connsiteY1" fmla="*/ 317923 h 1013271"/>
              <a:gd name="connsiteX2" fmla="*/ 563880 w 633889"/>
              <a:gd name="connsiteY2" fmla="*/ 778791 h 1013271"/>
              <a:gd name="connsiteX3" fmla="*/ 7620 w 633889"/>
              <a:gd name="connsiteY3" fmla="*/ 1013271 h 1013271"/>
              <a:gd name="connsiteX0" fmla="*/ 0 w 633889"/>
              <a:gd name="connsiteY0" fmla="*/ 0 h 1013271"/>
              <a:gd name="connsiteX1" fmla="*/ 563880 w 633889"/>
              <a:gd name="connsiteY1" fmla="*/ 317923 h 1013271"/>
              <a:gd name="connsiteX2" fmla="*/ 563880 w 633889"/>
              <a:gd name="connsiteY2" fmla="*/ 778791 h 1013271"/>
              <a:gd name="connsiteX3" fmla="*/ 7620 w 633889"/>
              <a:gd name="connsiteY3" fmla="*/ 1013271 h 10132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3889" h="1013271">
                <a:moveTo>
                  <a:pt x="0" y="0"/>
                </a:moveTo>
                <a:cubicBezTo>
                  <a:pt x="337185" y="99761"/>
                  <a:pt x="469900" y="188125"/>
                  <a:pt x="563880" y="317923"/>
                </a:cubicBezTo>
                <a:cubicBezTo>
                  <a:pt x="657860" y="447721"/>
                  <a:pt x="656590" y="662900"/>
                  <a:pt x="563880" y="778791"/>
                </a:cubicBezTo>
                <a:cubicBezTo>
                  <a:pt x="471170" y="894682"/>
                  <a:pt x="281940" y="936381"/>
                  <a:pt x="7620" y="1013271"/>
                </a:cubicBezTo>
              </a:path>
            </a:pathLst>
          </a:custGeom>
          <a:noFill/>
          <a:ln w="25400">
            <a:solidFill>
              <a:schemeClr val="accent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Freeform 46">
            <a:extLst>
              <a:ext uri="{FF2B5EF4-FFF2-40B4-BE49-F238E27FC236}">
                <a16:creationId xmlns:a16="http://schemas.microsoft.com/office/drawing/2014/main" id="{9D183787-D0F8-4B32-8810-1948EC407F8C}"/>
              </a:ext>
            </a:extLst>
          </p:cNvPr>
          <p:cNvSpPr/>
          <p:nvPr/>
        </p:nvSpPr>
        <p:spPr>
          <a:xfrm>
            <a:off x="4568619" y="3543304"/>
            <a:ext cx="1028051" cy="936250"/>
          </a:xfrm>
          <a:custGeom>
            <a:avLst/>
            <a:gdLst>
              <a:gd name="connsiteX0" fmla="*/ 102368 w 1127637"/>
              <a:gd name="connsiteY0" fmla="*/ 133495 h 1152600"/>
              <a:gd name="connsiteX1" fmla="*/ 864368 w 1127637"/>
              <a:gd name="connsiteY1" fmla="*/ 80155 h 1152600"/>
              <a:gd name="connsiteX2" fmla="*/ 1085348 w 1127637"/>
              <a:gd name="connsiteY2" fmla="*/ 1078375 h 1152600"/>
              <a:gd name="connsiteX3" fmla="*/ 102368 w 1127637"/>
              <a:gd name="connsiteY3" fmla="*/ 1078375 h 1152600"/>
              <a:gd name="connsiteX4" fmla="*/ 79508 w 1127637"/>
              <a:gd name="connsiteY4" fmla="*/ 1070755 h 1152600"/>
              <a:gd name="connsiteX0" fmla="*/ 87128 w 1127957"/>
              <a:gd name="connsiteY0" fmla="*/ 41412 h 1314539"/>
              <a:gd name="connsiteX1" fmla="*/ 864368 w 1127957"/>
              <a:gd name="connsiteY1" fmla="*/ 242094 h 1314539"/>
              <a:gd name="connsiteX2" fmla="*/ 1085348 w 1127957"/>
              <a:gd name="connsiteY2" fmla="*/ 1240314 h 1314539"/>
              <a:gd name="connsiteX3" fmla="*/ 102368 w 1127957"/>
              <a:gd name="connsiteY3" fmla="*/ 1240314 h 1314539"/>
              <a:gd name="connsiteX4" fmla="*/ 79508 w 1127957"/>
              <a:gd name="connsiteY4" fmla="*/ 1232694 h 1314539"/>
              <a:gd name="connsiteX0" fmla="*/ 87128 w 1127957"/>
              <a:gd name="connsiteY0" fmla="*/ 0 h 1273127"/>
              <a:gd name="connsiteX1" fmla="*/ 864368 w 1127957"/>
              <a:gd name="connsiteY1" fmla="*/ 200682 h 1273127"/>
              <a:gd name="connsiteX2" fmla="*/ 1085348 w 1127957"/>
              <a:gd name="connsiteY2" fmla="*/ 1198902 h 1273127"/>
              <a:gd name="connsiteX3" fmla="*/ 102368 w 1127957"/>
              <a:gd name="connsiteY3" fmla="*/ 1198902 h 1273127"/>
              <a:gd name="connsiteX4" fmla="*/ 79508 w 1127957"/>
              <a:gd name="connsiteY4" fmla="*/ 1191282 h 1273127"/>
              <a:gd name="connsiteX0" fmla="*/ 87128 w 1113612"/>
              <a:gd name="connsiteY0" fmla="*/ 0 h 1260100"/>
              <a:gd name="connsiteX1" fmla="*/ 780548 w 1113612"/>
              <a:gd name="connsiteY1" fmla="*/ 376543 h 1260100"/>
              <a:gd name="connsiteX2" fmla="*/ 1085348 w 1113612"/>
              <a:gd name="connsiteY2" fmla="*/ 1198902 h 1260100"/>
              <a:gd name="connsiteX3" fmla="*/ 102368 w 1113612"/>
              <a:gd name="connsiteY3" fmla="*/ 1198902 h 1260100"/>
              <a:gd name="connsiteX4" fmla="*/ 79508 w 1113612"/>
              <a:gd name="connsiteY4" fmla="*/ 1191282 h 1260100"/>
              <a:gd name="connsiteX0" fmla="*/ 87128 w 831715"/>
              <a:gd name="connsiteY0" fmla="*/ 0 h 1198912"/>
              <a:gd name="connsiteX1" fmla="*/ 780548 w 831715"/>
              <a:gd name="connsiteY1" fmla="*/ 376543 h 1198912"/>
              <a:gd name="connsiteX2" fmla="*/ 704348 w 831715"/>
              <a:gd name="connsiteY2" fmla="*/ 944881 h 1198912"/>
              <a:gd name="connsiteX3" fmla="*/ 102368 w 831715"/>
              <a:gd name="connsiteY3" fmla="*/ 1198902 h 1198912"/>
              <a:gd name="connsiteX4" fmla="*/ 79508 w 831715"/>
              <a:gd name="connsiteY4" fmla="*/ 1191282 h 1198912"/>
              <a:gd name="connsiteX0" fmla="*/ 0 w 744587"/>
              <a:gd name="connsiteY0" fmla="*/ 0 h 1198912"/>
              <a:gd name="connsiteX1" fmla="*/ 693420 w 744587"/>
              <a:gd name="connsiteY1" fmla="*/ 376543 h 1198912"/>
              <a:gd name="connsiteX2" fmla="*/ 617220 w 744587"/>
              <a:gd name="connsiteY2" fmla="*/ 944881 h 1198912"/>
              <a:gd name="connsiteX3" fmla="*/ 15240 w 744587"/>
              <a:gd name="connsiteY3" fmla="*/ 1198902 h 1198912"/>
              <a:gd name="connsiteX0" fmla="*/ 0 w 744587"/>
              <a:gd name="connsiteY0" fmla="*/ 0 h 1198902"/>
              <a:gd name="connsiteX1" fmla="*/ 693420 w 744587"/>
              <a:gd name="connsiteY1" fmla="*/ 376543 h 1198902"/>
              <a:gd name="connsiteX2" fmla="*/ 617220 w 744587"/>
              <a:gd name="connsiteY2" fmla="*/ 944881 h 1198902"/>
              <a:gd name="connsiteX3" fmla="*/ 15240 w 744587"/>
              <a:gd name="connsiteY3" fmla="*/ 1198902 h 1198902"/>
              <a:gd name="connsiteX0" fmla="*/ 0 w 744587"/>
              <a:gd name="connsiteY0" fmla="*/ 0 h 1091431"/>
              <a:gd name="connsiteX1" fmla="*/ 693420 w 744587"/>
              <a:gd name="connsiteY1" fmla="*/ 376543 h 1091431"/>
              <a:gd name="connsiteX2" fmla="*/ 617220 w 744587"/>
              <a:gd name="connsiteY2" fmla="*/ 944881 h 1091431"/>
              <a:gd name="connsiteX3" fmla="*/ 15240 w 744587"/>
              <a:gd name="connsiteY3" fmla="*/ 1091431 h 1091431"/>
              <a:gd name="connsiteX0" fmla="*/ 0 w 730726"/>
              <a:gd name="connsiteY0" fmla="*/ 0 h 1091431"/>
              <a:gd name="connsiteX1" fmla="*/ 693420 w 730726"/>
              <a:gd name="connsiteY1" fmla="*/ 376543 h 1091431"/>
              <a:gd name="connsiteX2" fmla="*/ 571500 w 730726"/>
              <a:gd name="connsiteY2" fmla="*/ 856951 h 1091431"/>
              <a:gd name="connsiteX3" fmla="*/ 15240 w 730726"/>
              <a:gd name="connsiteY3" fmla="*/ 1091431 h 1091431"/>
              <a:gd name="connsiteX0" fmla="*/ 0 w 641988"/>
              <a:gd name="connsiteY0" fmla="*/ 0 h 1091431"/>
              <a:gd name="connsiteX1" fmla="*/ 571500 w 641988"/>
              <a:gd name="connsiteY1" fmla="*/ 396083 h 1091431"/>
              <a:gd name="connsiteX2" fmla="*/ 571500 w 641988"/>
              <a:gd name="connsiteY2" fmla="*/ 856951 h 1091431"/>
              <a:gd name="connsiteX3" fmla="*/ 15240 w 641988"/>
              <a:gd name="connsiteY3" fmla="*/ 1091431 h 1091431"/>
              <a:gd name="connsiteX0" fmla="*/ 0 w 633889"/>
              <a:gd name="connsiteY0" fmla="*/ 0 h 1013271"/>
              <a:gd name="connsiteX1" fmla="*/ 563880 w 633889"/>
              <a:gd name="connsiteY1" fmla="*/ 317923 h 1013271"/>
              <a:gd name="connsiteX2" fmla="*/ 563880 w 633889"/>
              <a:gd name="connsiteY2" fmla="*/ 778791 h 1013271"/>
              <a:gd name="connsiteX3" fmla="*/ 7620 w 633889"/>
              <a:gd name="connsiteY3" fmla="*/ 1013271 h 1013271"/>
              <a:gd name="connsiteX0" fmla="*/ 0 w 633889"/>
              <a:gd name="connsiteY0" fmla="*/ 0 h 1013271"/>
              <a:gd name="connsiteX1" fmla="*/ 563880 w 633889"/>
              <a:gd name="connsiteY1" fmla="*/ 317923 h 1013271"/>
              <a:gd name="connsiteX2" fmla="*/ 563880 w 633889"/>
              <a:gd name="connsiteY2" fmla="*/ 778791 h 1013271"/>
              <a:gd name="connsiteX3" fmla="*/ 7620 w 633889"/>
              <a:gd name="connsiteY3" fmla="*/ 1013271 h 1013271"/>
              <a:gd name="connsiteX0" fmla="*/ 0 w 633889"/>
              <a:gd name="connsiteY0" fmla="*/ 0 h 1013271"/>
              <a:gd name="connsiteX1" fmla="*/ 563880 w 633889"/>
              <a:gd name="connsiteY1" fmla="*/ 317923 h 1013271"/>
              <a:gd name="connsiteX2" fmla="*/ 563880 w 633889"/>
              <a:gd name="connsiteY2" fmla="*/ 778791 h 1013271"/>
              <a:gd name="connsiteX3" fmla="*/ 7620 w 633889"/>
              <a:gd name="connsiteY3" fmla="*/ 1013271 h 1013271"/>
              <a:gd name="connsiteX0" fmla="*/ 0 w 636731"/>
              <a:gd name="connsiteY0" fmla="*/ 0 h 1013271"/>
              <a:gd name="connsiteX1" fmla="*/ 568839 w 636731"/>
              <a:gd name="connsiteY1" fmla="*/ 185546 h 1013271"/>
              <a:gd name="connsiteX2" fmla="*/ 563880 w 636731"/>
              <a:gd name="connsiteY2" fmla="*/ 778791 h 1013271"/>
              <a:gd name="connsiteX3" fmla="*/ 7620 w 636731"/>
              <a:gd name="connsiteY3" fmla="*/ 1013271 h 1013271"/>
              <a:gd name="connsiteX0" fmla="*/ 0 w 626621"/>
              <a:gd name="connsiteY0" fmla="*/ 0 h 1013271"/>
              <a:gd name="connsiteX1" fmla="*/ 568839 w 626621"/>
              <a:gd name="connsiteY1" fmla="*/ 185546 h 1013271"/>
              <a:gd name="connsiteX2" fmla="*/ 544044 w 626621"/>
              <a:gd name="connsiteY2" fmla="*/ 853253 h 1013271"/>
              <a:gd name="connsiteX3" fmla="*/ 7620 w 626621"/>
              <a:gd name="connsiteY3" fmla="*/ 1013271 h 1013271"/>
              <a:gd name="connsiteX0" fmla="*/ 0 w 626621"/>
              <a:gd name="connsiteY0" fmla="*/ 0 h 1024825"/>
              <a:gd name="connsiteX1" fmla="*/ 568839 w 626621"/>
              <a:gd name="connsiteY1" fmla="*/ 185546 h 1024825"/>
              <a:gd name="connsiteX2" fmla="*/ 544044 w 626621"/>
              <a:gd name="connsiteY2" fmla="*/ 853253 h 1024825"/>
              <a:gd name="connsiteX3" fmla="*/ 7620 w 626621"/>
              <a:gd name="connsiteY3" fmla="*/ 1013271 h 1024825"/>
              <a:gd name="connsiteX0" fmla="*/ 0 w 669049"/>
              <a:gd name="connsiteY0" fmla="*/ 0 h 1016551"/>
              <a:gd name="connsiteX1" fmla="*/ 608511 w 669049"/>
              <a:gd name="connsiteY1" fmla="*/ 177272 h 1016551"/>
              <a:gd name="connsiteX2" fmla="*/ 583716 w 669049"/>
              <a:gd name="connsiteY2" fmla="*/ 844979 h 1016551"/>
              <a:gd name="connsiteX3" fmla="*/ 47292 w 669049"/>
              <a:gd name="connsiteY3" fmla="*/ 1004997 h 10165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69049" h="1016551">
                <a:moveTo>
                  <a:pt x="0" y="0"/>
                </a:moveTo>
                <a:cubicBezTo>
                  <a:pt x="357021" y="479"/>
                  <a:pt x="511225" y="36442"/>
                  <a:pt x="608511" y="177272"/>
                </a:cubicBezTo>
                <a:cubicBezTo>
                  <a:pt x="705797" y="318102"/>
                  <a:pt x="677252" y="707025"/>
                  <a:pt x="583716" y="844979"/>
                </a:cubicBezTo>
                <a:cubicBezTo>
                  <a:pt x="490180" y="982933"/>
                  <a:pt x="321612" y="1043937"/>
                  <a:pt x="47292" y="1004997"/>
                </a:cubicBezTo>
              </a:path>
            </a:pathLst>
          </a:custGeom>
          <a:noFill/>
          <a:ln w="25400">
            <a:solidFill>
              <a:schemeClr val="accent1"/>
            </a:solidFill>
            <a:headEnd type="triangle"/>
            <a:tailEnd type="non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9762CAC1-0818-0AC6-129F-B216BB498D91}"/>
              </a:ext>
            </a:extLst>
          </p:cNvPr>
          <p:cNvSpPr/>
          <p:nvPr/>
        </p:nvSpPr>
        <p:spPr>
          <a:xfrm>
            <a:off x="3090430" y="2100052"/>
            <a:ext cx="1390130" cy="2787617"/>
          </a:xfrm>
          <a:custGeom>
            <a:avLst/>
            <a:gdLst>
              <a:gd name="connsiteX0" fmla="*/ 1390130 w 1390130"/>
              <a:gd name="connsiteY0" fmla="*/ 2403368 h 2787617"/>
              <a:gd name="connsiteX1" fmla="*/ 1047230 w 1390130"/>
              <a:gd name="connsiteY1" fmla="*/ 2784368 h 2787617"/>
              <a:gd name="connsiteX2" fmla="*/ 64250 w 1390130"/>
              <a:gd name="connsiteY2" fmla="*/ 2212868 h 2787617"/>
              <a:gd name="connsiteX3" fmla="*/ 178550 w 1390130"/>
              <a:gd name="connsiteY3" fmla="*/ 201188 h 2787617"/>
              <a:gd name="connsiteX4" fmla="*/ 856730 w 1390130"/>
              <a:gd name="connsiteY4" fmla="*/ 178328 h 27876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90130" h="2787617">
                <a:moveTo>
                  <a:pt x="1390130" y="2403368"/>
                </a:moveTo>
                <a:cubicBezTo>
                  <a:pt x="1329170" y="2609743"/>
                  <a:pt x="1268210" y="2816118"/>
                  <a:pt x="1047230" y="2784368"/>
                </a:cubicBezTo>
                <a:cubicBezTo>
                  <a:pt x="826250" y="2752618"/>
                  <a:pt x="209030" y="2643398"/>
                  <a:pt x="64250" y="2212868"/>
                </a:cubicBezTo>
                <a:cubicBezTo>
                  <a:pt x="-80530" y="1782338"/>
                  <a:pt x="46470" y="540278"/>
                  <a:pt x="178550" y="201188"/>
                </a:cubicBezTo>
                <a:cubicBezTo>
                  <a:pt x="310630" y="-137902"/>
                  <a:pt x="583680" y="20213"/>
                  <a:pt x="856730" y="178328"/>
                </a:cubicBezTo>
              </a:path>
            </a:pathLst>
          </a:custGeom>
          <a:noFill/>
          <a:ln w="25400">
            <a:solidFill>
              <a:schemeClr val="accent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209A1FE-0D0C-C0CF-3483-023CF9D5B5DA}"/>
              </a:ext>
            </a:extLst>
          </p:cNvPr>
          <p:cNvCxnSpPr>
            <a:cxnSpLocks/>
            <a:endCxn id="55" idx="1"/>
          </p:cNvCxnSpPr>
          <p:nvPr/>
        </p:nvCxnSpPr>
        <p:spPr>
          <a:xfrm>
            <a:off x="5403189" y="1409638"/>
            <a:ext cx="1587039" cy="3793133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Oval 54">
            <a:extLst>
              <a:ext uri="{FF2B5EF4-FFF2-40B4-BE49-F238E27FC236}">
                <a16:creationId xmlns:a16="http://schemas.microsoft.com/office/drawing/2014/main" id="{4F9AAB08-5271-B08D-2878-A0BB37441076}"/>
              </a:ext>
            </a:extLst>
          </p:cNvPr>
          <p:cNvSpPr/>
          <p:nvPr/>
        </p:nvSpPr>
        <p:spPr>
          <a:xfrm>
            <a:off x="6967435" y="5179978"/>
            <a:ext cx="155643" cy="1556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 1">
            <a:extLst>
              <a:ext uri="{FF2B5EF4-FFF2-40B4-BE49-F238E27FC236}">
                <a16:creationId xmlns:a16="http://schemas.microsoft.com/office/drawing/2014/main" id="{AB8404CD-700D-2EB8-3E5F-5EA501ABE053}"/>
              </a:ext>
            </a:extLst>
          </p:cNvPr>
          <p:cNvSpPr/>
          <p:nvPr/>
        </p:nvSpPr>
        <p:spPr>
          <a:xfrm>
            <a:off x="3414480" y="2360958"/>
            <a:ext cx="914923" cy="2000507"/>
          </a:xfrm>
          <a:custGeom>
            <a:avLst/>
            <a:gdLst>
              <a:gd name="connsiteX0" fmla="*/ 1390130 w 1390130"/>
              <a:gd name="connsiteY0" fmla="*/ 2403368 h 2787617"/>
              <a:gd name="connsiteX1" fmla="*/ 1047230 w 1390130"/>
              <a:gd name="connsiteY1" fmla="*/ 2784368 h 2787617"/>
              <a:gd name="connsiteX2" fmla="*/ 64250 w 1390130"/>
              <a:gd name="connsiteY2" fmla="*/ 2212868 h 2787617"/>
              <a:gd name="connsiteX3" fmla="*/ 178550 w 1390130"/>
              <a:gd name="connsiteY3" fmla="*/ 201188 h 2787617"/>
              <a:gd name="connsiteX4" fmla="*/ 856730 w 1390130"/>
              <a:gd name="connsiteY4" fmla="*/ 178328 h 2787617"/>
              <a:gd name="connsiteX0" fmla="*/ 1390130 w 1390130"/>
              <a:gd name="connsiteY0" fmla="*/ 2426657 h 2810906"/>
              <a:gd name="connsiteX1" fmla="*/ 1047230 w 1390130"/>
              <a:gd name="connsiteY1" fmla="*/ 2807657 h 2810906"/>
              <a:gd name="connsiteX2" fmla="*/ 64250 w 1390130"/>
              <a:gd name="connsiteY2" fmla="*/ 2236157 h 2810906"/>
              <a:gd name="connsiteX3" fmla="*/ 178550 w 1390130"/>
              <a:gd name="connsiteY3" fmla="*/ 224477 h 2810906"/>
              <a:gd name="connsiteX4" fmla="*/ 1057559 w 1390130"/>
              <a:gd name="connsiteY4" fmla="*/ 148752 h 2810906"/>
              <a:gd name="connsiteX0" fmla="*/ 1390130 w 1390130"/>
              <a:gd name="connsiteY0" fmla="*/ 2345138 h 2729387"/>
              <a:gd name="connsiteX1" fmla="*/ 1047230 w 1390130"/>
              <a:gd name="connsiteY1" fmla="*/ 2726138 h 2729387"/>
              <a:gd name="connsiteX2" fmla="*/ 64250 w 1390130"/>
              <a:gd name="connsiteY2" fmla="*/ 2154638 h 2729387"/>
              <a:gd name="connsiteX3" fmla="*/ 178550 w 1390130"/>
              <a:gd name="connsiteY3" fmla="*/ 142958 h 2729387"/>
              <a:gd name="connsiteX4" fmla="*/ 1057559 w 1390130"/>
              <a:gd name="connsiteY4" fmla="*/ 67233 h 2729387"/>
              <a:gd name="connsiteX0" fmla="*/ 1358052 w 1358052"/>
              <a:gd name="connsiteY0" fmla="*/ 2277905 h 2662154"/>
              <a:gd name="connsiteX1" fmla="*/ 1015152 w 1358052"/>
              <a:gd name="connsiteY1" fmla="*/ 2658905 h 2662154"/>
              <a:gd name="connsiteX2" fmla="*/ 32172 w 1358052"/>
              <a:gd name="connsiteY2" fmla="*/ 2087405 h 2662154"/>
              <a:gd name="connsiteX3" fmla="*/ 291516 w 1358052"/>
              <a:gd name="connsiteY3" fmla="*/ 419348 h 2662154"/>
              <a:gd name="connsiteX4" fmla="*/ 1025481 w 1358052"/>
              <a:gd name="connsiteY4" fmla="*/ 0 h 2662154"/>
              <a:gd name="connsiteX0" fmla="*/ 1119395 w 1119395"/>
              <a:gd name="connsiteY0" fmla="*/ 2277905 h 2672762"/>
              <a:gd name="connsiteX1" fmla="*/ 776495 w 1119395"/>
              <a:gd name="connsiteY1" fmla="*/ 2658905 h 2672762"/>
              <a:gd name="connsiteX2" fmla="*/ 184016 w 1119395"/>
              <a:gd name="connsiteY2" fmla="*/ 1823079 h 2672762"/>
              <a:gd name="connsiteX3" fmla="*/ 52859 w 1119395"/>
              <a:gd name="connsiteY3" fmla="*/ 419348 h 2672762"/>
              <a:gd name="connsiteX4" fmla="*/ 786824 w 1119395"/>
              <a:gd name="connsiteY4" fmla="*/ 0 h 2672762"/>
              <a:gd name="connsiteX0" fmla="*/ 1113237 w 1113237"/>
              <a:gd name="connsiteY0" fmla="*/ 2277905 h 2352677"/>
              <a:gd name="connsiteX1" fmla="*/ 536036 w 1113237"/>
              <a:gd name="connsiteY1" fmla="*/ 2130253 h 2352677"/>
              <a:gd name="connsiteX2" fmla="*/ 177858 w 1113237"/>
              <a:gd name="connsiteY2" fmla="*/ 1823079 h 2352677"/>
              <a:gd name="connsiteX3" fmla="*/ 46701 w 1113237"/>
              <a:gd name="connsiteY3" fmla="*/ 419348 h 2352677"/>
              <a:gd name="connsiteX4" fmla="*/ 780666 w 1113237"/>
              <a:gd name="connsiteY4" fmla="*/ 0 h 2352677"/>
              <a:gd name="connsiteX0" fmla="*/ 1113237 w 1113237"/>
              <a:gd name="connsiteY0" fmla="*/ 2277905 h 2277905"/>
              <a:gd name="connsiteX1" fmla="*/ 177858 w 1113237"/>
              <a:gd name="connsiteY1" fmla="*/ 1823079 h 2277905"/>
              <a:gd name="connsiteX2" fmla="*/ 46701 w 1113237"/>
              <a:gd name="connsiteY2" fmla="*/ 419348 h 2277905"/>
              <a:gd name="connsiteX3" fmla="*/ 780666 w 1113237"/>
              <a:gd name="connsiteY3" fmla="*/ 0 h 2277905"/>
              <a:gd name="connsiteX0" fmla="*/ 1339630 w 1339630"/>
              <a:gd name="connsiteY0" fmla="*/ 2313148 h 2313148"/>
              <a:gd name="connsiteX1" fmla="*/ 203421 w 1339630"/>
              <a:gd name="connsiteY1" fmla="*/ 1823079 h 2313148"/>
              <a:gd name="connsiteX2" fmla="*/ 72264 w 1339630"/>
              <a:gd name="connsiteY2" fmla="*/ 419348 h 2313148"/>
              <a:gd name="connsiteX3" fmla="*/ 806229 w 1339630"/>
              <a:gd name="connsiteY3" fmla="*/ 0 h 2313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39630" h="2313148">
                <a:moveTo>
                  <a:pt x="1339630" y="2313148"/>
                </a:moveTo>
                <a:cubicBezTo>
                  <a:pt x="1144759" y="2218393"/>
                  <a:pt x="414649" y="2138712"/>
                  <a:pt x="203421" y="1823079"/>
                </a:cubicBezTo>
                <a:cubicBezTo>
                  <a:pt x="-7807" y="1507446"/>
                  <a:pt x="-59816" y="758438"/>
                  <a:pt x="72264" y="419348"/>
                </a:cubicBezTo>
                <a:cubicBezTo>
                  <a:pt x="204344" y="80258"/>
                  <a:pt x="477393" y="123832"/>
                  <a:pt x="806229" y="0"/>
                </a:cubicBezTo>
              </a:path>
            </a:pathLst>
          </a:custGeom>
          <a:noFill/>
          <a:ln w="25400">
            <a:solidFill>
              <a:schemeClr val="accent1"/>
            </a:solidFill>
            <a:headEnd type="triangle"/>
            <a:tailEnd type="non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50EE3E-52F9-FFA5-AAEA-E8177B0CB143}"/>
              </a:ext>
            </a:extLst>
          </p:cNvPr>
          <p:cNvSpPr txBox="1"/>
          <p:nvPr/>
        </p:nvSpPr>
        <p:spPr>
          <a:xfrm>
            <a:off x="7597140" y="298584"/>
            <a:ext cx="408432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distance-from</a:t>
            </a:r>
            <a:endParaRPr lang="en-US" dirty="0"/>
          </a:p>
          <a:p>
            <a:endParaRPr lang="en-US" dirty="0"/>
          </a:p>
          <a:p>
            <a:r>
              <a:rPr lang="en-US" dirty="0"/>
              <a:t>graph: yes </a:t>
            </a:r>
            <a:r>
              <a:rPr lang="en-US" dirty="0">
                <a:sym typeface="Wingdings" pitchFamily="2" charset="2"/>
              </a:rPr>
              <a:t> path or visited required</a:t>
            </a:r>
          </a:p>
          <a:p>
            <a:endParaRPr lang="en-US" dirty="0">
              <a:sym typeface="Wingdings" pitchFamily="2" charset="2"/>
            </a:endParaRPr>
          </a:p>
          <a:p>
            <a:r>
              <a:rPr lang="en-US" dirty="0">
                <a:sym typeface="Wingdings" pitchFamily="2" charset="2"/>
              </a:rPr>
              <a:t>…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4463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879457D-8E21-AD53-6B08-4E5E4260FB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602673"/>
            <a:ext cx="7772400" cy="5652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3161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24182</TotalTime>
  <Words>354</Words>
  <Application>Microsoft Macintosh PowerPoint</Application>
  <PresentationFormat>Widescreen</PresentationFormat>
  <Paragraphs>43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Monaco</vt:lpstr>
      <vt:lpstr>Wingdings</vt:lpstr>
      <vt:lpstr>Office Theme</vt:lpstr>
      <vt:lpstr>Lecture 21 mazes and graphs</vt:lpstr>
      <vt:lpstr>PowerPoint Presentation</vt:lpstr>
      <vt:lpstr>PowerPoint Presentation</vt:lpstr>
      <vt:lpstr>PowerPoint Presentation</vt:lpstr>
      <vt:lpstr>PowerPoint Presentation</vt:lpstr>
      <vt:lpstr>Clicker time!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Microsoft Office User</cp:lastModifiedBy>
  <cp:revision>91</cp:revision>
  <cp:lastPrinted>2024-11-26T16:36:23Z</cp:lastPrinted>
  <dcterms:created xsi:type="dcterms:W3CDTF">2018-10-29T16:01:27Z</dcterms:created>
  <dcterms:modified xsi:type="dcterms:W3CDTF">2025-11-27T22:51:08Z</dcterms:modified>
</cp:coreProperties>
</file>